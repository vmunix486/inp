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9" r:id="rId1"/>
  </p:sldMasterIdLst>
  <p:sldIdLst>
    <p:sldId id="256" r:id="rId2"/>
    <p:sldId id="257" r:id="rId3"/>
    <p:sldId id="264" r:id="rId4"/>
    <p:sldId id="265" r:id="rId5"/>
    <p:sldId id="258" r:id="rId6"/>
    <p:sldId id="259" r:id="rId7"/>
    <p:sldId id="260" r:id="rId8"/>
    <p:sldId id="261" r:id="rId9"/>
    <p:sldId id="262" r:id="rId10"/>
    <p:sldId id="263" r:id="rId11"/>
    <p:sldId id="266" r:id="rId12"/>
    <p:sldId id="267" r:id="rId13"/>
    <p:sldId id="269" r:id="rId14"/>
    <p:sldId id="270" r:id="rId15"/>
    <p:sldId id="271" r:id="rId16"/>
    <p:sldId id="272" r:id="rId17"/>
    <p:sldId id="273" r:id="rId18"/>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Tahoma" panose="020B060403050404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Tahoma" panose="020B060403050404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Tahoma" panose="020B060403050404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Tahoma" panose="020B060403050404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Tahoma" panose="020B060403050404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Tahoma" panose="020B060403050404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Tahoma" panose="020B060403050404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Tahoma" panose="020B060403050404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Tahoma" panose="020B060403050404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aximized">
    <p:restoredLeft sz="18106" autoAdjust="0"/>
    <p:restoredTop sz="94660"/>
  </p:normalViewPr>
  <p:slideViewPr>
    <p:cSldViewPr>
      <p:cViewPr varScale="1">
        <p:scale>
          <a:sx n="71" d="100"/>
          <a:sy n="71" d="100"/>
        </p:scale>
        <p:origin x="432" y="6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11618" name="Group 2">
            <a:extLst>
              <a:ext uri="{FF2B5EF4-FFF2-40B4-BE49-F238E27FC236}">
                <a16:creationId xmlns:a16="http://schemas.microsoft.com/office/drawing/2014/main" id="{E0031F9F-B5F0-485D-BC8A-7B5A871273F8}"/>
              </a:ext>
            </a:extLst>
          </p:cNvPr>
          <p:cNvGrpSpPr>
            <a:grpSpLocks/>
          </p:cNvGrpSpPr>
          <p:nvPr/>
        </p:nvGrpSpPr>
        <p:grpSpPr bwMode="auto">
          <a:xfrm>
            <a:off x="0" y="6350"/>
            <a:ext cx="9140825" cy="6851650"/>
            <a:chOff x="0" y="4"/>
            <a:chExt cx="5758" cy="4316"/>
          </a:xfrm>
        </p:grpSpPr>
        <p:grpSp>
          <p:nvGrpSpPr>
            <p:cNvPr id="111619" name="Group 3">
              <a:extLst>
                <a:ext uri="{FF2B5EF4-FFF2-40B4-BE49-F238E27FC236}">
                  <a16:creationId xmlns:a16="http://schemas.microsoft.com/office/drawing/2014/main" id="{EA1FFB55-B479-4BE4-9AAF-E3440974EEDD}"/>
                </a:ext>
              </a:extLst>
            </p:cNvPr>
            <p:cNvGrpSpPr>
              <a:grpSpLocks/>
            </p:cNvGrpSpPr>
            <p:nvPr/>
          </p:nvGrpSpPr>
          <p:grpSpPr bwMode="auto">
            <a:xfrm>
              <a:off x="0" y="1161"/>
              <a:ext cx="5758" cy="3159"/>
              <a:chOff x="0" y="1161"/>
              <a:chExt cx="5758" cy="3159"/>
            </a:xfrm>
          </p:grpSpPr>
          <p:sp>
            <p:nvSpPr>
              <p:cNvPr id="111620" name="Freeform 4">
                <a:extLst>
                  <a:ext uri="{FF2B5EF4-FFF2-40B4-BE49-F238E27FC236}">
                    <a16:creationId xmlns:a16="http://schemas.microsoft.com/office/drawing/2014/main" id="{C6C447FD-D852-4B49-A063-EE6D6334E796}"/>
                  </a:ext>
                </a:extLst>
              </p:cNvPr>
              <p:cNvSpPr>
                <a:spLocks/>
              </p:cNvSpPr>
              <p:nvPr/>
            </p:nvSpPr>
            <p:spPr bwMode="hidden">
              <a:xfrm>
                <a:off x="558" y="1161"/>
                <a:ext cx="5200" cy="3159"/>
              </a:xfrm>
              <a:custGeom>
                <a:avLst/>
                <a:gdLst>
                  <a:gd name="T0" fmla="*/ 0 w 5184"/>
                  <a:gd name="T1" fmla="*/ 3159 h 3159"/>
                  <a:gd name="T2" fmla="*/ 5184 w 5184"/>
                  <a:gd name="T3" fmla="*/ 3159 h 3159"/>
                  <a:gd name="T4" fmla="*/ 5184 w 5184"/>
                  <a:gd name="T5" fmla="*/ 0 h 3159"/>
                  <a:gd name="T6" fmla="*/ 0 w 5184"/>
                  <a:gd name="T7" fmla="*/ 0 h 3159"/>
                  <a:gd name="T8" fmla="*/ 0 w 5184"/>
                  <a:gd name="T9" fmla="*/ 3159 h 3159"/>
                  <a:gd name="T10" fmla="*/ 0 w 5184"/>
                  <a:gd name="T11" fmla="*/ 3159 h 3159"/>
                </a:gdLst>
                <a:ahLst/>
                <a:cxnLst>
                  <a:cxn ang="0">
                    <a:pos x="T0" y="T1"/>
                  </a:cxn>
                  <a:cxn ang="0">
                    <a:pos x="T2" y="T3"/>
                  </a:cxn>
                  <a:cxn ang="0">
                    <a:pos x="T4" y="T5"/>
                  </a:cxn>
                  <a:cxn ang="0">
                    <a:pos x="T6" y="T7"/>
                  </a:cxn>
                  <a:cxn ang="0">
                    <a:pos x="T8" y="T9"/>
                  </a:cxn>
                  <a:cxn ang="0">
                    <a:pos x="T10" y="T11"/>
                  </a:cxn>
                </a:cxnLst>
                <a:rect l="0" t="0" r="r" b="b"/>
                <a:pathLst>
                  <a:path w="5184" h="3159">
                    <a:moveTo>
                      <a:pt x="0" y="3159"/>
                    </a:moveTo>
                    <a:lnTo>
                      <a:pt x="5184" y="3159"/>
                    </a:lnTo>
                    <a:lnTo>
                      <a:pt x="5184" y="0"/>
                    </a:lnTo>
                    <a:lnTo>
                      <a:pt x="0" y="0"/>
                    </a:lnTo>
                    <a:lnTo>
                      <a:pt x="0" y="3159"/>
                    </a:lnTo>
                    <a:lnTo>
                      <a:pt x="0" y="3159"/>
                    </a:lnTo>
                    <a:close/>
                  </a:path>
                </a:pathLst>
              </a:custGeom>
              <a:gradFill rotWithShape="0">
                <a:gsLst>
                  <a:gs pos="0">
                    <a:schemeClr val="bg1"/>
                  </a:gs>
                  <a:gs pos="100000">
                    <a:schemeClr val="bg2"/>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1621" name="Freeform 5">
                <a:extLst>
                  <a:ext uri="{FF2B5EF4-FFF2-40B4-BE49-F238E27FC236}">
                    <a16:creationId xmlns:a16="http://schemas.microsoft.com/office/drawing/2014/main" id="{A617B7E4-C7A7-4CDA-8468-085CD9A080AE}"/>
                  </a:ext>
                </a:extLst>
              </p:cNvPr>
              <p:cNvSpPr>
                <a:spLocks/>
              </p:cNvSpPr>
              <p:nvPr/>
            </p:nvSpPr>
            <p:spPr bwMode="hidden">
              <a:xfrm>
                <a:off x="0" y="1161"/>
                <a:ext cx="558" cy="3159"/>
              </a:xfrm>
              <a:custGeom>
                <a:avLst/>
                <a:gdLst>
                  <a:gd name="T0" fmla="*/ 0 w 556"/>
                  <a:gd name="T1" fmla="*/ 0 h 3159"/>
                  <a:gd name="T2" fmla="*/ 0 w 556"/>
                  <a:gd name="T3" fmla="*/ 3159 h 3159"/>
                  <a:gd name="T4" fmla="*/ 556 w 556"/>
                  <a:gd name="T5" fmla="*/ 3159 h 3159"/>
                  <a:gd name="T6" fmla="*/ 556 w 556"/>
                  <a:gd name="T7" fmla="*/ 0 h 3159"/>
                  <a:gd name="T8" fmla="*/ 0 w 556"/>
                  <a:gd name="T9" fmla="*/ 0 h 3159"/>
                  <a:gd name="T10" fmla="*/ 0 w 556"/>
                  <a:gd name="T11" fmla="*/ 0 h 3159"/>
                </a:gdLst>
                <a:ahLst/>
                <a:cxnLst>
                  <a:cxn ang="0">
                    <a:pos x="T0" y="T1"/>
                  </a:cxn>
                  <a:cxn ang="0">
                    <a:pos x="T2" y="T3"/>
                  </a:cxn>
                  <a:cxn ang="0">
                    <a:pos x="T4" y="T5"/>
                  </a:cxn>
                  <a:cxn ang="0">
                    <a:pos x="T6" y="T7"/>
                  </a:cxn>
                  <a:cxn ang="0">
                    <a:pos x="T8" y="T9"/>
                  </a:cxn>
                  <a:cxn ang="0">
                    <a:pos x="T10" y="T11"/>
                  </a:cxn>
                </a:cxnLst>
                <a:rect l="0" t="0" r="r" b="b"/>
                <a:pathLst>
                  <a:path w="556" h="3159">
                    <a:moveTo>
                      <a:pt x="0" y="0"/>
                    </a:moveTo>
                    <a:lnTo>
                      <a:pt x="0" y="3159"/>
                    </a:lnTo>
                    <a:lnTo>
                      <a:pt x="556" y="3159"/>
                    </a:lnTo>
                    <a:lnTo>
                      <a:pt x="556" y="0"/>
                    </a:lnTo>
                    <a:lnTo>
                      <a:pt x="0" y="0"/>
                    </a:lnTo>
                    <a:lnTo>
                      <a:pt x="0" y="0"/>
                    </a:lnTo>
                    <a:close/>
                  </a:path>
                </a:pathLst>
              </a:custGeom>
              <a:gradFill rotWithShape="0">
                <a:gsLst>
                  <a:gs pos="0">
                    <a:schemeClr val="bg1"/>
                  </a:gs>
                  <a:gs pos="100000">
                    <a:schemeClr val="bg2"/>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111622" name="Freeform 6">
              <a:extLst>
                <a:ext uri="{FF2B5EF4-FFF2-40B4-BE49-F238E27FC236}">
                  <a16:creationId xmlns:a16="http://schemas.microsoft.com/office/drawing/2014/main" id="{DAD46B63-5157-4792-A853-A36FA7D8E5DD}"/>
                </a:ext>
              </a:extLst>
            </p:cNvPr>
            <p:cNvSpPr>
              <a:spLocks/>
            </p:cNvSpPr>
            <p:nvPr/>
          </p:nvSpPr>
          <p:spPr bwMode="ltGray">
            <a:xfrm>
              <a:off x="552" y="951"/>
              <a:ext cx="12" cy="420"/>
            </a:xfrm>
            <a:custGeom>
              <a:avLst/>
              <a:gdLst>
                <a:gd name="T0" fmla="*/ 0 w 12"/>
                <a:gd name="T1" fmla="*/ 0 h 420"/>
                <a:gd name="T2" fmla="*/ 0 w 12"/>
                <a:gd name="T3" fmla="*/ 420 h 420"/>
                <a:gd name="T4" fmla="*/ 12 w 12"/>
                <a:gd name="T5" fmla="*/ 420 h 420"/>
                <a:gd name="T6" fmla="*/ 12 w 12"/>
                <a:gd name="T7" fmla="*/ 0 h 420"/>
                <a:gd name="T8" fmla="*/ 0 w 12"/>
                <a:gd name="T9" fmla="*/ 0 h 420"/>
                <a:gd name="T10" fmla="*/ 0 w 12"/>
                <a:gd name="T11" fmla="*/ 0 h 420"/>
              </a:gdLst>
              <a:ahLst/>
              <a:cxnLst>
                <a:cxn ang="0">
                  <a:pos x="T0" y="T1"/>
                </a:cxn>
                <a:cxn ang="0">
                  <a:pos x="T2" y="T3"/>
                </a:cxn>
                <a:cxn ang="0">
                  <a:pos x="T4" y="T5"/>
                </a:cxn>
                <a:cxn ang="0">
                  <a:pos x="T6" y="T7"/>
                </a:cxn>
                <a:cxn ang="0">
                  <a:pos x="T8" y="T9"/>
                </a:cxn>
                <a:cxn ang="0">
                  <a:pos x="T10" y="T11"/>
                </a:cxn>
              </a:cxnLst>
              <a:rect l="0" t="0" r="r" b="b"/>
              <a:pathLst>
                <a:path w="12" h="420">
                  <a:moveTo>
                    <a:pt x="0" y="0"/>
                  </a:moveTo>
                  <a:lnTo>
                    <a:pt x="0" y="420"/>
                  </a:lnTo>
                  <a:lnTo>
                    <a:pt x="12" y="420"/>
                  </a:lnTo>
                  <a:lnTo>
                    <a:pt x="12" y="0"/>
                  </a:lnTo>
                  <a:lnTo>
                    <a:pt x="0" y="0"/>
                  </a:lnTo>
                  <a:lnTo>
                    <a:pt x="0" y="0"/>
                  </a:lnTo>
                  <a:close/>
                </a:path>
              </a:pathLst>
            </a:custGeom>
            <a:gradFill rotWithShape="0">
              <a:gsLst>
                <a:gs pos="0">
                  <a:schemeClr val="accent2"/>
                </a:gs>
                <a:gs pos="50000">
                  <a:schemeClr val="hlink"/>
                </a:gs>
                <a:gs pos="100000">
                  <a:schemeClr val="accent2"/>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1623" name="Freeform 7">
              <a:extLst>
                <a:ext uri="{FF2B5EF4-FFF2-40B4-BE49-F238E27FC236}">
                  <a16:creationId xmlns:a16="http://schemas.microsoft.com/office/drawing/2014/main" id="{28BF327A-F700-484B-835A-5BB530B210F8}"/>
                </a:ext>
              </a:extLst>
            </p:cNvPr>
            <p:cNvSpPr>
              <a:spLocks/>
            </p:cNvSpPr>
            <p:nvPr/>
          </p:nvSpPr>
          <p:spPr bwMode="ltGray">
            <a:xfrm>
              <a:off x="767" y="1155"/>
              <a:ext cx="252" cy="12"/>
            </a:xfrm>
            <a:custGeom>
              <a:avLst/>
              <a:gdLst>
                <a:gd name="T0" fmla="*/ 251 w 251"/>
                <a:gd name="T1" fmla="*/ 0 h 12"/>
                <a:gd name="T2" fmla="*/ 0 w 251"/>
                <a:gd name="T3" fmla="*/ 0 h 12"/>
                <a:gd name="T4" fmla="*/ 0 w 251"/>
                <a:gd name="T5" fmla="*/ 12 h 12"/>
                <a:gd name="T6" fmla="*/ 251 w 251"/>
                <a:gd name="T7" fmla="*/ 12 h 12"/>
                <a:gd name="T8" fmla="*/ 251 w 251"/>
                <a:gd name="T9" fmla="*/ 0 h 12"/>
                <a:gd name="T10" fmla="*/ 251 w 251"/>
                <a:gd name="T11" fmla="*/ 0 h 12"/>
              </a:gdLst>
              <a:ahLst/>
              <a:cxnLst>
                <a:cxn ang="0">
                  <a:pos x="T0" y="T1"/>
                </a:cxn>
                <a:cxn ang="0">
                  <a:pos x="T2" y="T3"/>
                </a:cxn>
                <a:cxn ang="0">
                  <a:pos x="T4" y="T5"/>
                </a:cxn>
                <a:cxn ang="0">
                  <a:pos x="T6" y="T7"/>
                </a:cxn>
                <a:cxn ang="0">
                  <a:pos x="T8" y="T9"/>
                </a:cxn>
                <a:cxn ang="0">
                  <a:pos x="T10" y="T11"/>
                </a:cxn>
              </a:cxnLst>
              <a:rect l="0" t="0" r="r" b="b"/>
              <a:pathLst>
                <a:path w="251" h="12">
                  <a:moveTo>
                    <a:pt x="251" y="0"/>
                  </a:moveTo>
                  <a:lnTo>
                    <a:pt x="0" y="0"/>
                  </a:lnTo>
                  <a:lnTo>
                    <a:pt x="0" y="12"/>
                  </a:lnTo>
                  <a:lnTo>
                    <a:pt x="251" y="12"/>
                  </a:lnTo>
                  <a:lnTo>
                    <a:pt x="251" y="0"/>
                  </a:lnTo>
                  <a:lnTo>
                    <a:pt x="251" y="0"/>
                  </a:lnTo>
                  <a:close/>
                </a:path>
              </a:pathLst>
            </a:custGeom>
            <a:gradFill rotWithShape="0">
              <a:gsLst>
                <a:gs pos="0">
                  <a:schemeClr val="accent2"/>
                </a:gs>
                <a:gs pos="100000">
                  <a:schemeClr val="bg2"/>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1624" name="Freeform 8">
              <a:extLst>
                <a:ext uri="{FF2B5EF4-FFF2-40B4-BE49-F238E27FC236}">
                  <a16:creationId xmlns:a16="http://schemas.microsoft.com/office/drawing/2014/main" id="{607E99AE-E577-4191-8DF5-FABB6E02D12E}"/>
                </a:ext>
              </a:extLst>
            </p:cNvPr>
            <p:cNvSpPr>
              <a:spLocks/>
            </p:cNvSpPr>
            <p:nvPr/>
          </p:nvSpPr>
          <p:spPr bwMode="ltGray">
            <a:xfrm>
              <a:off x="0" y="1155"/>
              <a:ext cx="351" cy="12"/>
            </a:xfrm>
            <a:custGeom>
              <a:avLst/>
              <a:gdLst>
                <a:gd name="T0" fmla="*/ 0 w 251"/>
                <a:gd name="T1" fmla="*/ 0 h 12"/>
                <a:gd name="T2" fmla="*/ 0 w 251"/>
                <a:gd name="T3" fmla="*/ 12 h 12"/>
                <a:gd name="T4" fmla="*/ 251 w 251"/>
                <a:gd name="T5" fmla="*/ 12 h 12"/>
                <a:gd name="T6" fmla="*/ 251 w 251"/>
                <a:gd name="T7" fmla="*/ 0 h 12"/>
                <a:gd name="T8" fmla="*/ 0 w 251"/>
                <a:gd name="T9" fmla="*/ 0 h 12"/>
                <a:gd name="T10" fmla="*/ 0 w 251"/>
                <a:gd name="T11" fmla="*/ 0 h 12"/>
              </a:gdLst>
              <a:ahLst/>
              <a:cxnLst>
                <a:cxn ang="0">
                  <a:pos x="T0" y="T1"/>
                </a:cxn>
                <a:cxn ang="0">
                  <a:pos x="T2" y="T3"/>
                </a:cxn>
                <a:cxn ang="0">
                  <a:pos x="T4" y="T5"/>
                </a:cxn>
                <a:cxn ang="0">
                  <a:pos x="T6" y="T7"/>
                </a:cxn>
                <a:cxn ang="0">
                  <a:pos x="T8" y="T9"/>
                </a:cxn>
                <a:cxn ang="0">
                  <a:pos x="T10" y="T11"/>
                </a:cxn>
              </a:cxnLst>
              <a:rect l="0" t="0" r="r" b="b"/>
              <a:pathLst>
                <a:path w="251" h="12">
                  <a:moveTo>
                    <a:pt x="0" y="0"/>
                  </a:moveTo>
                  <a:lnTo>
                    <a:pt x="0" y="12"/>
                  </a:lnTo>
                  <a:lnTo>
                    <a:pt x="251" y="12"/>
                  </a:lnTo>
                  <a:lnTo>
                    <a:pt x="251" y="0"/>
                  </a:lnTo>
                  <a:lnTo>
                    <a:pt x="0" y="0"/>
                  </a:lnTo>
                  <a:lnTo>
                    <a:pt x="0" y="0"/>
                  </a:lnTo>
                  <a:close/>
                </a:path>
              </a:pathLst>
            </a:custGeom>
            <a:gradFill rotWithShape="0">
              <a:gsLst>
                <a:gs pos="0">
                  <a:schemeClr val="bg2"/>
                </a:gs>
                <a:gs pos="100000">
                  <a:schemeClr val="accent2"/>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nvGrpSpPr>
            <p:cNvPr id="111625" name="Group 9">
              <a:extLst>
                <a:ext uri="{FF2B5EF4-FFF2-40B4-BE49-F238E27FC236}">
                  <a16:creationId xmlns:a16="http://schemas.microsoft.com/office/drawing/2014/main" id="{72716954-BE74-430E-8FF7-4B4F5C059911}"/>
                </a:ext>
              </a:extLst>
            </p:cNvPr>
            <p:cNvGrpSpPr>
              <a:grpSpLocks/>
            </p:cNvGrpSpPr>
            <p:nvPr/>
          </p:nvGrpSpPr>
          <p:grpSpPr bwMode="auto">
            <a:xfrm>
              <a:off x="348" y="4"/>
              <a:ext cx="5410" cy="4316"/>
              <a:chOff x="348" y="4"/>
              <a:chExt cx="5410" cy="4316"/>
            </a:xfrm>
          </p:grpSpPr>
          <p:sp>
            <p:nvSpPr>
              <p:cNvPr id="111626" name="Freeform 10">
                <a:extLst>
                  <a:ext uri="{FF2B5EF4-FFF2-40B4-BE49-F238E27FC236}">
                    <a16:creationId xmlns:a16="http://schemas.microsoft.com/office/drawing/2014/main" id="{E8757E0D-FFFC-4987-932D-FF3F18107911}"/>
                  </a:ext>
                </a:extLst>
              </p:cNvPr>
              <p:cNvSpPr>
                <a:spLocks/>
              </p:cNvSpPr>
              <p:nvPr/>
            </p:nvSpPr>
            <p:spPr bwMode="ltGray">
              <a:xfrm>
                <a:off x="552" y="4"/>
                <a:ext cx="12" cy="695"/>
              </a:xfrm>
              <a:custGeom>
                <a:avLst/>
                <a:gdLst>
                  <a:gd name="T0" fmla="*/ 12 w 12"/>
                  <a:gd name="T1" fmla="*/ 0 h 695"/>
                  <a:gd name="T2" fmla="*/ 0 w 12"/>
                  <a:gd name="T3" fmla="*/ 0 h 695"/>
                  <a:gd name="T4" fmla="*/ 0 w 12"/>
                  <a:gd name="T5" fmla="*/ 695 h 695"/>
                  <a:gd name="T6" fmla="*/ 12 w 12"/>
                  <a:gd name="T7" fmla="*/ 695 h 695"/>
                  <a:gd name="T8" fmla="*/ 12 w 12"/>
                  <a:gd name="T9" fmla="*/ 0 h 695"/>
                  <a:gd name="T10" fmla="*/ 12 w 12"/>
                  <a:gd name="T11" fmla="*/ 0 h 695"/>
                </a:gdLst>
                <a:ahLst/>
                <a:cxnLst>
                  <a:cxn ang="0">
                    <a:pos x="T0" y="T1"/>
                  </a:cxn>
                  <a:cxn ang="0">
                    <a:pos x="T2" y="T3"/>
                  </a:cxn>
                  <a:cxn ang="0">
                    <a:pos x="T4" y="T5"/>
                  </a:cxn>
                  <a:cxn ang="0">
                    <a:pos x="T6" y="T7"/>
                  </a:cxn>
                  <a:cxn ang="0">
                    <a:pos x="T8" y="T9"/>
                  </a:cxn>
                  <a:cxn ang="0">
                    <a:pos x="T10" y="T11"/>
                  </a:cxn>
                </a:cxnLst>
                <a:rect l="0" t="0" r="r" b="b"/>
                <a:pathLst>
                  <a:path w="12" h="695">
                    <a:moveTo>
                      <a:pt x="12" y="0"/>
                    </a:moveTo>
                    <a:lnTo>
                      <a:pt x="0" y="0"/>
                    </a:lnTo>
                    <a:lnTo>
                      <a:pt x="0" y="695"/>
                    </a:lnTo>
                    <a:lnTo>
                      <a:pt x="12" y="695"/>
                    </a:lnTo>
                    <a:lnTo>
                      <a:pt x="12" y="0"/>
                    </a:lnTo>
                    <a:lnTo>
                      <a:pt x="12" y="0"/>
                    </a:lnTo>
                    <a:close/>
                  </a:path>
                </a:pathLst>
              </a:custGeom>
              <a:gradFill rotWithShape="0">
                <a:gsLst>
                  <a:gs pos="0">
                    <a:schemeClr val="bg1"/>
                  </a:gs>
                  <a:gs pos="100000">
                    <a:schemeClr val="bg2"/>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1627" name="Freeform 11">
                <a:extLst>
                  <a:ext uri="{FF2B5EF4-FFF2-40B4-BE49-F238E27FC236}">
                    <a16:creationId xmlns:a16="http://schemas.microsoft.com/office/drawing/2014/main" id="{E66A7E35-26F8-44D3-8E24-C4E0E2A86900}"/>
                  </a:ext>
                </a:extLst>
              </p:cNvPr>
              <p:cNvSpPr>
                <a:spLocks/>
              </p:cNvSpPr>
              <p:nvPr/>
            </p:nvSpPr>
            <p:spPr bwMode="ltGray">
              <a:xfrm>
                <a:off x="552" y="1623"/>
                <a:ext cx="12" cy="2697"/>
              </a:xfrm>
              <a:custGeom>
                <a:avLst/>
                <a:gdLst>
                  <a:gd name="T0" fmla="*/ 0 w 12"/>
                  <a:gd name="T1" fmla="*/ 2697 h 2697"/>
                  <a:gd name="T2" fmla="*/ 12 w 12"/>
                  <a:gd name="T3" fmla="*/ 2697 h 2697"/>
                  <a:gd name="T4" fmla="*/ 12 w 12"/>
                  <a:gd name="T5" fmla="*/ 0 h 2697"/>
                  <a:gd name="T6" fmla="*/ 0 w 12"/>
                  <a:gd name="T7" fmla="*/ 0 h 2697"/>
                  <a:gd name="T8" fmla="*/ 0 w 12"/>
                  <a:gd name="T9" fmla="*/ 2697 h 2697"/>
                  <a:gd name="T10" fmla="*/ 0 w 12"/>
                  <a:gd name="T11" fmla="*/ 2697 h 2697"/>
                </a:gdLst>
                <a:ahLst/>
                <a:cxnLst>
                  <a:cxn ang="0">
                    <a:pos x="T0" y="T1"/>
                  </a:cxn>
                  <a:cxn ang="0">
                    <a:pos x="T2" y="T3"/>
                  </a:cxn>
                  <a:cxn ang="0">
                    <a:pos x="T4" y="T5"/>
                  </a:cxn>
                  <a:cxn ang="0">
                    <a:pos x="T6" y="T7"/>
                  </a:cxn>
                  <a:cxn ang="0">
                    <a:pos x="T8" y="T9"/>
                  </a:cxn>
                  <a:cxn ang="0">
                    <a:pos x="T10" y="T11"/>
                  </a:cxn>
                </a:cxnLst>
                <a:rect l="0" t="0" r="r" b="b"/>
                <a:pathLst>
                  <a:path w="12" h="2697">
                    <a:moveTo>
                      <a:pt x="0" y="2697"/>
                    </a:moveTo>
                    <a:lnTo>
                      <a:pt x="12" y="2697"/>
                    </a:lnTo>
                    <a:lnTo>
                      <a:pt x="12" y="0"/>
                    </a:lnTo>
                    <a:lnTo>
                      <a:pt x="0" y="0"/>
                    </a:lnTo>
                    <a:lnTo>
                      <a:pt x="0" y="2697"/>
                    </a:lnTo>
                    <a:lnTo>
                      <a:pt x="0" y="2697"/>
                    </a:lnTo>
                    <a:close/>
                  </a:path>
                </a:pathLst>
              </a:custGeom>
              <a:gradFill rotWithShape="0">
                <a:gsLst>
                  <a:gs pos="0">
                    <a:schemeClr val="bg2"/>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1628" name="Freeform 12">
                <a:extLst>
                  <a:ext uri="{FF2B5EF4-FFF2-40B4-BE49-F238E27FC236}">
                    <a16:creationId xmlns:a16="http://schemas.microsoft.com/office/drawing/2014/main" id="{43053F17-C71D-4C15-878F-E4C6F3E74841}"/>
                  </a:ext>
                </a:extLst>
              </p:cNvPr>
              <p:cNvSpPr>
                <a:spLocks/>
              </p:cNvSpPr>
              <p:nvPr/>
            </p:nvSpPr>
            <p:spPr bwMode="ltGray">
              <a:xfrm>
                <a:off x="1019" y="1155"/>
                <a:ext cx="4739" cy="12"/>
              </a:xfrm>
              <a:custGeom>
                <a:avLst/>
                <a:gdLst>
                  <a:gd name="T0" fmla="*/ 4724 w 4724"/>
                  <a:gd name="T1" fmla="*/ 0 h 12"/>
                  <a:gd name="T2" fmla="*/ 0 w 4724"/>
                  <a:gd name="T3" fmla="*/ 0 h 12"/>
                  <a:gd name="T4" fmla="*/ 0 w 4724"/>
                  <a:gd name="T5" fmla="*/ 12 h 12"/>
                  <a:gd name="T6" fmla="*/ 4724 w 4724"/>
                  <a:gd name="T7" fmla="*/ 12 h 12"/>
                  <a:gd name="T8" fmla="*/ 4724 w 4724"/>
                  <a:gd name="T9" fmla="*/ 0 h 12"/>
                  <a:gd name="T10" fmla="*/ 4724 w 4724"/>
                  <a:gd name="T11" fmla="*/ 0 h 12"/>
                </a:gdLst>
                <a:ahLst/>
                <a:cxnLst>
                  <a:cxn ang="0">
                    <a:pos x="T0" y="T1"/>
                  </a:cxn>
                  <a:cxn ang="0">
                    <a:pos x="T2" y="T3"/>
                  </a:cxn>
                  <a:cxn ang="0">
                    <a:pos x="T4" y="T5"/>
                  </a:cxn>
                  <a:cxn ang="0">
                    <a:pos x="T6" y="T7"/>
                  </a:cxn>
                  <a:cxn ang="0">
                    <a:pos x="T8" y="T9"/>
                  </a:cxn>
                  <a:cxn ang="0">
                    <a:pos x="T10" y="T11"/>
                  </a:cxn>
                </a:cxnLst>
                <a:rect l="0" t="0" r="r" b="b"/>
                <a:pathLst>
                  <a:path w="4724" h="12">
                    <a:moveTo>
                      <a:pt x="4724" y="0"/>
                    </a:moveTo>
                    <a:lnTo>
                      <a:pt x="0" y="0"/>
                    </a:lnTo>
                    <a:lnTo>
                      <a:pt x="0" y="12"/>
                    </a:lnTo>
                    <a:lnTo>
                      <a:pt x="4724" y="12"/>
                    </a:lnTo>
                    <a:lnTo>
                      <a:pt x="4724" y="0"/>
                    </a:lnTo>
                    <a:lnTo>
                      <a:pt x="4724" y="0"/>
                    </a:lnTo>
                    <a:close/>
                  </a:path>
                </a:pathLst>
              </a:cu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1629" name="Freeform 13">
                <a:extLst>
                  <a:ext uri="{FF2B5EF4-FFF2-40B4-BE49-F238E27FC236}">
                    <a16:creationId xmlns:a16="http://schemas.microsoft.com/office/drawing/2014/main" id="{FC258BB9-DA9D-4F0F-B11C-47A9E330E9E6}"/>
                  </a:ext>
                </a:extLst>
              </p:cNvPr>
              <p:cNvSpPr>
                <a:spLocks/>
              </p:cNvSpPr>
              <p:nvPr/>
            </p:nvSpPr>
            <p:spPr bwMode="ltGray">
              <a:xfrm>
                <a:off x="552" y="1371"/>
                <a:ext cx="12" cy="252"/>
              </a:xfrm>
              <a:custGeom>
                <a:avLst/>
                <a:gdLst>
                  <a:gd name="T0" fmla="*/ 0 w 12"/>
                  <a:gd name="T1" fmla="*/ 252 h 252"/>
                  <a:gd name="T2" fmla="*/ 12 w 12"/>
                  <a:gd name="T3" fmla="*/ 252 h 252"/>
                  <a:gd name="T4" fmla="*/ 12 w 12"/>
                  <a:gd name="T5" fmla="*/ 0 h 252"/>
                  <a:gd name="T6" fmla="*/ 0 w 12"/>
                  <a:gd name="T7" fmla="*/ 0 h 252"/>
                  <a:gd name="T8" fmla="*/ 0 w 12"/>
                  <a:gd name="T9" fmla="*/ 252 h 252"/>
                  <a:gd name="T10" fmla="*/ 0 w 12"/>
                  <a:gd name="T11" fmla="*/ 252 h 252"/>
                </a:gdLst>
                <a:ahLst/>
                <a:cxnLst>
                  <a:cxn ang="0">
                    <a:pos x="T0" y="T1"/>
                  </a:cxn>
                  <a:cxn ang="0">
                    <a:pos x="T2" y="T3"/>
                  </a:cxn>
                  <a:cxn ang="0">
                    <a:pos x="T4" y="T5"/>
                  </a:cxn>
                  <a:cxn ang="0">
                    <a:pos x="T6" y="T7"/>
                  </a:cxn>
                  <a:cxn ang="0">
                    <a:pos x="T8" y="T9"/>
                  </a:cxn>
                  <a:cxn ang="0">
                    <a:pos x="T10" y="T11"/>
                  </a:cxn>
                </a:cxnLst>
                <a:rect l="0" t="0" r="r" b="b"/>
                <a:pathLst>
                  <a:path w="12" h="252">
                    <a:moveTo>
                      <a:pt x="0" y="252"/>
                    </a:moveTo>
                    <a:lnTo>
                      <a:pt x="12" y="252"/>
                    </a:lnTo>
                    <a:lnTo>
                      <a:pt x="12" y="0"/>
                    </a:lnTo>
                    <a:lnTo>
                      <a:pt x="0" y="0"/>
                    </a:lnTo>
                    <a:lnTo>
                      <a:pt x="0" y="252"/>
                    </a:lnTo>
                    <a:lnTo>
                      <a:pt x="0" y="252"/>
                    </a:lnTo>
                    <a:close/>
                  </a:path>
                </a:pathLst>
              </a:custGeom>
              <a:gradFill rotWithShape="0">
                <a:gsLst>
                  <a:gs pos="0">
                    <a:schemeClr val="accent2"/>
                  </a:gs>
                  <a:gs pos="100000">
                    <a:schemeClr val="bg2"/>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1630" name="Freeform 14">
                <a:extLst>
                  <a:ext uri="{FF2B5EF4-FFF2-40B4-BE49-F238E27FC236}">
                    <a16:creationId xmlns:a16="http://schemas.microsoft.com/office/drawing/2014/main" id="{3DCF2CEE-C6B5-43AC-960B-DD64F0EC8263}"/>
                  </a:ext>
                </a:extLst>
              </p:cNvPr>
              <p:cNvSpPr>
                <a:spLocks/>
              </p:cNvSpPr>
              <p:nvPr/>
            </p:nvSpPr>
            <p:spPr bwMode="ltGray">
              <a:xfrm>
                <a:off x="552" y="699"/>
                <a:ext cx="12" cy="252"/>
              </a:xfrm>
              <a:custGeom>
                <a:avLst/>
                <a:gdLst>
                  <a:gd name="T0" fmla="*/ 12 w 12"/>
                  <a:gd name="T1" fmla="*/ 0 h 252"/>
                  <a:gd name="T2" fmla="*/ 0 w 12"/>
                  <a:gd name="T3" fmla="*/ 0 h 252"/>
                  <a:gd name="T4" fmla="*/ 0 w 12"/>
                  <a:gd name="T5" fmla="*/ 252 h 252"/>
                  <a:gd name="T6" fmla="*/ 12 w 12"/>
                  <a:gd name="T7" fmla="*/ 252 h 252"/>
                  <a:gd name="T8" fmla="*/ 12 w 12"/>
                  <a:gd name="T9" fmla="*/ 0 h 252"/>
                  <a:gd name="T10" fmla="*/ 12 w 12"/>
                  <a:gd name="T11" fmla="*/ 0 h 252"/>
                </a:gdLst>
                <a:ahLst/>
                <a:cxnLst>
                  <a:cxn ang="0">
                    <a:pos x="T0" y="T1"/>
                  </a:cxn>
                  <a:cxn ang="0">
                    <a:pos x="T2" y="T3"/>
                  </a:cxn>
                  <a:cxn ang="0">
                    <a:pos x="T4" y="T5"/>
                  </a:cxn>
                  <a:cxn ang="0">
                    <a:pos x="T6" y="T7"/>
                  </a:cxn>
                  <a:cxn ang="0">
                    <a:pos x="T8" y="T9"/>
                  </a:cxn>
                  <a:cxn ang="0">
                    <a:pos x="T10" y="T11"/>
                  </a:cxn>
                </a:cxnLst>
                <a:rect l="0" t="0" r="r" b="b"/>
                <a:pathLst>
                  <a:path w="12" h="252">
                    <a:moveTo>
                      <a:pt x="12" y="0"/>
                    </a:moveTo>
                    <a:lnTo>
                      <a:pt x="0" y="0"/>
                    </a:lnTo>
                    <a:lnTo>
                      <a:pt x="0" y="252"/>
                    </a:lnTo>
                    <a:lnTo>
                      <a:pt x="12" y="252"/>
                    </a:lnTo>
                    <a:lnTo>
                      <a:pt x="12" y="0"/>
                    </a:lnTo>
                    <a:lnTo>
                      <a:pt x="12" y="0"/>
                    </a:lnTo>
                    <a:close/>
                  </a:path>
                </a:pathLst>
              </a:custGeom>
              <a:gradFill rotWithShape="0">
                <a:gsLst>
                  <a:gs pos="0">
                    <a:schemeClr val="bg2"/>
                  </a:gs>
                  <a:gs pos="100000">
                    <a:schemeClr val="accent2"/>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1631" name="Freeform 15">
                <a:extLst>
                  <a:ext uri="{FF2B5EF4-FFF2-40B4-BE49-F238E27FC236}">
                    <a16:creationId xmlns:a16="http://schemas.microsoft.com/office/drawing/2014/main" id="{187FACAE-8044-45EE-AE2A-BA41765D8858}"/>
                  </a:ext>
                </a:extLst>
              </p:cNvPr>
              <p:cNvSpPr>
                <a:spLocks/>
              </p:cNvSpPr>
              <p:nvPr/>
            </p:nvSpPr>
            <p:spPr bwMode="ltGray">
              <a:xfrm>
                <a:off x="348" y="1155"/>
                <a:ext cx="419" cy="12"/>
              </a:xfrm>
              <a:custGeom>
                <a:avLst/>
                <a:gdLst>
                  <a:gd name="T0" fmla="*/ 0 w 418"/>
                  <a:gd name="T1" fmla="*/ 0 h 12"/>
                  <a:gd name="T2" fmla="*/ 0 w 418"/>
                  <a:gd name="T3" fmla="*/ 12 h 12"/>
                  <a:gd name="T4" fmla="*/ 418 w 418"/>
                  <a:gd name="T5" fmla="*/ 12 h 12"/>
                  <a:gd name="T6" fmla="*/ 418 w 418"/>
                  <a:gd name="T7" fmla="*/ 0 h 12"/>
                  <a:gd name="T8" fmla="*/ 0 w 418"/>
                  <a:gd name="T9" fmla="*/ 0 h 12"/>
                  <a:gd name="T10" fmla="*/ 0 w 418"/>
                  <a:gd name="T11" fmla="*/ 0 h 12"/>
                </a:gdLst>
                <a:ahLst/>
                <a:cxnLst>
                  <a:cxn ang="0">
                    <a:pos x="T0" y="T1"/>
                  </a:cxn>
                  <a:cxn ang="0">
                    <a:pos x="T2" y="T3"/>
                  </a:cxn>
                  <a:cxn ang="0">
                    <a:pos x="T4" y="T5"/>
                  </a:cxn>
                  <a:cxn ang="0">
                    <a:pos x="T6" y="T7"/>
                  </a:cxn>
                  <a:cxn ang="0">
                    <a:pos x="T8" y="T9"/>
                  </a:cxn>
                  <a:cxn ang="0">
                    <a:pos x="T10" y="T11"/>
                  </a:cxn>
                </a:cxnLst>
                <a:rect l="0" t="0" r="r" b="b"/>
                <a:pathLst>
                  <a:path w="418" h="12">
                    <a:moveTo>
                      <a:pt x="0" y="0"/>
                    </a:moveTo>
                    <a:lnTo>
                      <a:pt x="0" y="12"/>
                    </a:lnTo>
                    <a:lnTo>
                      <a:pt x="418" y="12"/>
                    </a:lnTo>
                    <a:lnTo>
                      <a:pt x="418" y="0"/>
                    </a:lnTo>
                    <a:lnTo>
                      <a:pt x="0" y="0"/>
                    </a:lnTo>
                    <a:lnTo>
                      <a:pt x="0" y="0"/>
                    </a:lnTo>
                    <a:close/>
                  </a:path>
                </a:pathLst>
              </a:custGeom>
              <a:gradFill rotWithShape="0">
                <a:gsLst>
                  <a:gs pos="0">
                    <a:schemeClr val="accent2"/>
                  </a:gs>
                  <a:gs pos="50000">
                    <a:schemeClr val="hlink"/>
                  </a:gs>
                  <a:gs pos="100000">
                    <a:schemeClr val="accent2"/>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sp>
        <p:nvSpPr>
          <p:cNvPr id="111632" name="Rectangle 16">
            <a:extLst>
              <a:ext uri="{FF2B5EF4-FFF2-40B4-BE49-F238E27FC236}">
                <a16:creationId xmlns:a16="http://schemas.microsoft.com/office/drawing/2014/main" id="{3AC74DA4-3272-4B1D-BBBB-3564A321DB7A}"/>
              </a:ext>
            </a:extLst>
          </p:cNvPr>
          <p:cNvSpPr>
            <a:spLocks noGrp="1" noChangeArrowheads="1"/>
          </p:cNvSpPr>
          <p:nvPr>
            <p:ph type="ctrTitle" sz="quarter"/>
          </p:nvPr>
        </p:nvSpPr>
        <p:spPr>
          <a:xfrm>
            <a:off x="1066800" y="1997075"/>
            <a:ext cx="7086600" cy="1431925"/>
          </a:xfrm>
        </p:spPr>
        <p:txBody>
          <a:bodyPr anchor="b"/>
          <a:lstStyle>
            <a:lvl1pPr>
              <a:defRPr/>
            </a:lvl1pPr>
          </a:lstStyle>
          <a:p>
            <a:pPr lvl="0"/>
            <a:r>
              <a:rPr lang="en-US" altLang="en-US" noProof="0"/>
              <a:t>Click to edit Master title style</a:t>
            </a:r>
          </a:p>
        </p:txBody>
      </p:sp>
      <p:sp>
        <p:nvSpPr>
          <p:cNvPr id="111633" name="Rectangle 17">
            <a:extLst>
              <a:ext uri="{FF2B5EF4-FFF2-40B4-BE49-F238E27FC236}">
                <a16:creationId xmlns:a16="http://schemas.microsoft.com/office/drawing/2014/main" id="{B23A2E8D-01C2-4442-957A-0ABDF524EE9E}"/>
              </a:ext>
            </a:extLst>
          </p:cNvPr>
          <p:cNvSpPr>
            <a:spLocks noGrp="1" noChangeArrowheads="1"/>
          </p:cNvSpPr>
          <p:nvPr>
            <p:ph type="subTitle" sz="quarter" idx="1"/>
          </p:nvPr>
        </p:nvSpPr>
        <p:spPr>
          <a:xfrm>
            <a:off x="1066800" y="3886200"/>
            <a:ext cx="6400800" cy="1752600"/>
          </a:xfrm>
        </p:spPr>
        <p:txBody>
          <a:bodyPr/>
          <a:lstStyle>
            <a:lvl1pPr marL="0" indent="0">
              <a:buFont typeface="Wingdings" panose="05000000000000000000" pitchFamily="2" charset="2"/>
              <a:buNone/>
              <a:defRPr/>
            </a:lvl1pPr>
          </a:lstStyle>
          <a:p>
            <a:pPr lvl="0"/>
            <a:r>
              <a:rPr lang="en-US" altLang="en-US" noProof="0"/>
              <a:t>Click to edit Master subtitle style</a:t>
            </a:r>
          </a:p>
        </p:txBody>
      </p:sp>
      <p:sp>
        <p:nvSpPr>
          <p:cNvPr id="111634" name="Rectangle 18">
            <a:extLst>
              <a:ext uri="{FF2B5EF4-FFF2-40B4-BE49-F238E27FC236}">
                <a16:creationId xmlns:a16="http://schemas.microsoft.com/office/drawing/2014/main" id="{0C368DE0-D6CE-40B3-8104-DBFFEA1EF52B}"/>
              </a:ext>
            </a:extLst>
          </p:cNvPr>
          <p:cNvSpPr>
            <a:spLocks noGrp="1" noChangeArrowheads="1"/>
          </p:cNvSpPr>
          <p:nvPr>
            <p:ph type="dt" sz="quarter" idx="2"/>
          </p:nvPr>
        </p:nvSpPr>
        <p:spPr/>
        <p:txBody>
          <a:bodyPr/>
          <a:lstStyle>
            <a:lvl1pPr>
              <a:defRPr/>
            </a:lvl1pPr>
          </a:lstStyle>
          <a:p>
            <a:endParaRPr lang="en-US" altLang="en-US"/>
          </a:p>
        </p:txBody>
      </p:sp>
      <p:sp>
        <p:nvSpPr>
          <p:cNvPr id="111635" name="Rectangle 19">
            <a:extLst>
              <a:ext uri="{FF2B5EF4-FFF2-40B4-BE49-F238E27FC236}">
                <a16:creationId xmlns:a16="http://schemas.microsoft.com/office/drawing/2014/main" id="{3A6448EB-B76A-40DA-9C6C-C7FED12E773B}"/>
              </a:ext>
            </a:extLst>
          </p:cNvPr>
          <p:cNvSpPr>
            <a:spLocks noGrp="1" noChangeArrowheads="1"/>
          </p:cNvSpPr>
          <p:nvPr>
            <p:ph type="ftr" sz="quarter" idx="3"/>
          </p:nvPr>
        </p:nvSpPr>
        <p:spPr>
          <a:xfrm>
            <a:off x="3352800" y="6248400"/>
            <a:ext cx="2895600" cy="457200"/>
          </a:xfrm>
        </p:spPr>
        <p:txBody>
          <a:bodyPr/>
          <a:lstStyle>
            <a:lvl1pPr>
              <a:defRPr/>
            </a:lvl1pPr>
          </a:lstStyle>
          <a:p>
            <a:endParaRPr lang="en-US" altLang="en-US"/>
          </a:p>
        </p:txBody>
      </p:sp>
      <p:sp>
        <p:nvSpPr>
          <p:cNvPr id="111636" name="Rectangle 20">
            <a:extLst>
              <a:ext uri="{FF2B5EF4-FFF2-40B4-BE49-F238E27FC236}">
                <a16:creationId xmlns:a16="http://schemas.microsoft.com/office/drawing/2014/main" id="{A01A1AAD-2750-4233-9A23-4B64A617AD7B}"/>
              </a:ext>
            </a:extLst>
          </p:cNvPr>
          <p:cNvSpPr>
            <a:spLocks noGrp="1" noChangeArrowheads="1"/>
          </p:cNvSpPr>
          <p:nvPr>
            <p:ph type="sldNum" sz="quarter" idx="4"/>
          </p:nvPr>
        </p:nvSpPr>
        <p:spPr/>
        <p:txBody>
          <a:bodyPr/>
          <a:lstStyle>
            <a:lvl1pPr>
              <a:defRPr/>
            </a:lvl1pPr>
          </a:lstStyle>
          <a:p>
            <a:fld id="{E293DECA-8527-4EE5-9D02-9C204EE62D71}" type="slidenum">
              <a:rPr lang="en-US" altLang="en-US"/>
              <a:pPr/>
              <a:t>‹#›</a:t>
            </a:fld>
            <a:endParaRPr lang="en-US"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5FC1A8-1D68-48E6-9B55-DD398B6AEC0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DE7E71A-2EA0-41CC-8663-A28FD7F87FA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229D880-A87F-469A-9C3C-4D7F4EE1753A}"/>
              </a:ext>
            </a:extLst>
          </p:cNvPr>
          <p:cNvSpPr>
            <a:spLocks noGrp="1"/>
          </p:cNvSpPr>
          <p:nvPr>
            <p:ph type="dt" sz="half"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81ECEACD-6032-4C71-B884-35E1EFFB5C26}"/>
              </a:ext>
            </a:extLst>
          </p:cNvPr>
          <p:cNvSpPr>
            <a:spLocks noGrp="1"/>
          </p:cNvSpPr>
          <p:nvPr>
            <p:ph type="ftr" sz="quarte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57773E1F-A3D9-40F1-A9CF-D3480EF3C364}"/>
              </a:ext>
            </a:extLst>
          </p:cNvPr>
          <p:cNvSpPr>
            <a:spLocks noGrp="1"/>
          </p:cNvSpPr>
          <p:nvPr>
            <p:ph type="sldNum" sz="quarter" idx="12"/>
          </p:nvPr>
        </p:nvSpPr>
        <p:spPr/>
        <p:txBody>
          <a:bodyPr/>
          <a:lstStyle>
            <a:lvl1pPr>
              <a:defRPr/>
            </a:lvl1pPr>
          </a:lstStyle>
          <a:p>
            <a:fld id="{714C1D55-7506-4D28-BE7F-094D2323B011}" type="slidenum">
              <a:rPr lang="en-US" altLang="en-US"/>
              <a:pPr/>
              <a:t>‹#›</a:t>
            </a:fld>
            <a:endParaRPr lang="en-US" altLang="en-US"/>
          </a:p>
        </p:txBody>
      </p:sp>
    </p:spTree>
    <p:extLst>
      <p:ext uri="{BB962C8B-B14F-4D97-AF65-F5344CB8AC3E}">
        <p14:creationId xmlns:p14="http://schemas.microsoft.com/office/powerpoint/2010/main" val="15742676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9CC535-156D-4925-8284-B902C891D431}"/>
              </a:ext>
            </a:extLst>
          </p:cNvPr>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94D460E-42F2-4729-B86C-2B553164EE66}"/>
              </a:ext>
            </a:extLst>
          </p:cNvPr>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3">
            <a:extLst>
              <a:ext uri="{FF2B5EF4-FFF2-40B4-BE49-F238E27FC236}">
                <a16:creationId xmlns:a16="http://schemas.microsoft.com/office/drawing/2014/main" id="{7ED5B611-B3E2-4FA2-9953-3266909D3FE6}"/>
              </a:ext>
            </a:extLst>
          </p:cNvPr>
          <p:cNvSpPr>
            <a:spLocks noGrp="1"/>
          </p:cNvSpPr>
          <p:nvPr>
            <p:ph type="dt" sz="half"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4C5260A9-177C-4424-A05F-3E24D7D15E34}"/>
              </a:ext>
            </a:extLst>
          </p:cNvPr>
          <p:cNvSpPr>
            <a:spLocks noGrp="1"/>
          </p:cNvSpPr>
          <p:nvPr>
            <p:ph type="ftr" sz="quarte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68201AB9-2A8D-43FB-BE60-B7BEFBF8742E}"/>
              </a:ext>
            </a:extLst>
          </p:cNvPr>
          <p:cNvSpPr>
            <a:spLocks noGrp="1"/>
          </p:cNvSpPr>
          <p:nvPr>
            <p:ph type="sldNum" sz="quarter" idx="12"/>
          </p:nvPr>
        </p:nvSpPr>
        <p:spPr/>
        <p:txBody>
          <a:bodyPr/>
          <a:lstStyle>
            <a:lvl1pPr>
              <a:defRPr/>
            </a:lvl1pPr>
          </a:lstStyle>
          <a:p>
            <a:fld id="{ADFB392C-71EC-48B9-BAE5-5736C1328625}" type="slidenum">
              <a:rPr lang="en-US" altLang="en-US"/>
              <a:pPr/>
              <a:t>‹#›</a:t>
            </a:fld>
            <a:endParaRPr lang="en-US" altLang="en-US"/>
          </a:p>
        </p:txBody>
      </p:sp>
    </p:spTree>
    <p:extLst>
      <p:ext uri="{BB962C8B-B14F-4D97-AF65-F5344CB8AC3E}">
        <p14:creationId xmlns:p14="http://schemas.microsoft.com/office/powerpoint/2010/main" val="2012416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F7DD77-CC5A-444A-907A-C863CA871A4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18DC6EF-507F-4D07-AD59-2E00AC3FB729}"/>
              </a:ext>
            </a:extLst>
          </p:cNvPr>
          <p:cNvSpPr>
            <a:spLocks noGrp="1"/>
          </p:cNvSpPr>
          <p:nvPr>
            <p:ph sz="half" idx="1"/>
          </p:nvPr>
        </p:nvSpPr>
        <p:spPr>
          <a:xfrm>
            <a:off x="1066800" y="1981200"/>
            <a:ext cx="36957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7CD2B81-FE9C-4F5D-A1BC-79384F51A9B4}"/>
              </a:ext>
            </a:extLst>
          </p:cNvPr>
          <p:cNvSpPr>
            <a:spLocks noGrp="1"/>
          </p:cNvSpPr>
          <p:nvPr>
            <p:ph sz="half" idx="2"/>
          </p:nvPr>
        </p:nvSpPr>
        <p:spPr>
          <a:xfrm>
            <a:off x="4914900" y="1981200"/>
            <a:ext cx="36957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68C9A53-0DD7-4815-A8E2-A9B6BFFFF921}"/>
              </a:ext>
            </a:extLst>
          </p:cNvPr>
          <p:cNvSpPr>
            <a:spLocks noGrp="1"/>
          </p:cNvSpPr>
          <p:nvPr>
            <p:ph type="dt" sz="half" idx="10"/>
          </p:nvPr>
        </p:nvSpPr>
        <p:spPr/>
        <p:txBody>
          <a:bodyPr/>
          <a:lstStyle>
            <a:lvl1pPr>
              <a:defRPr/>
            </a:lvl1pPr>
          </a:lstStyle>
          <a:p>
            <a:endParaRPr lang="en-US" altLang="en-US"/>
          </a:p>
        </p:txBody>
      </p:sp>
      <p:sp>
        <p:nvSpPr>
          <p:cNvPr id="6" name="Footer Placeholder 5">
            <a:extLst>
              <a:ext uri="{FF2B5EF4-FFF2-40B4-BE49-F238E27FC236}">
                <a16:creationId xmlns:a16="http://schemas.microsoft.com/office/drawing/2014/main" id="{810593EA-939A-43FB-B1D4-C71226DDD0C3}"/>
              </a:ext>
            </a:extLst>
          </p:cNvPr>
          <p:cNvSpPr>
            <a:spLocks noGrp="1"/>
          </p:cNvSpPr>
          <p:nvPr>
            <p:ph type="ftr" sz="quarter" idx="11"/>
          </p:nvPr>
        </p:nvSpPr>
        <p:spPr/>
        <p:txBody>
          <a:bodyPr/>
          <a:lstStyle>
            <a:lvl1pPr>
              <a:defRPr/>
            </a:lvl1pPr>
          </a:lstStyle>
          <a:p>
            <a:endParaRPr lang="en-US" altLang="en-US"/>
          </a:p>
        </p:txBody>
      </p:sp>
      <p:sp>
        <p:nvSpPr>
          <p:cNvPr id="7" name="Slide Number Placeholder 6">
            <a:extLst>
              <a:ext uri="{FF2B5EF4-FFF2-40B4-BE49-F238E27FC236}">
                <a16:creationId xmlns:a16="http://schemas.microsoft.com/office/drawing/2014/main" id="{13E1F82A-728C-474D-B35C-4BA31CDF5DF1}"/>
              </a:ext>
            </a:extLst>
          </p:cNvPr>
          <p:cNvSpPr>
            <a:spLocks noGrp="1"/>
          </p:cNvSpPr>
          <p:nvPr>
            <p:ph type="sldNum" sz="quarter" idx="12"/>
          </p:nvPr>
        </p:nvSpPr>
        <p:spPr/>
        <p:txBody>
          <a:bodyPr/>
          <a:lstStyle>
            <a:lvl1pPr>
              <a:defRPr/>
            </a:lvl1pPr>
          </a:lstStyle>
          <a:p>
            <a:fld id="{B85A476D-8712-46F1-AF49-203A69DEE66A}" type="slidenum">
              <a:rPr lang="en-US" altLang="en-US"/>
              <a:pPr/>
              <a:t>‹#›</a:t>
            </a:fld>
            <a:endParaRPr lang="en-US" altLang="en-US"/>
          </a:p>
        </p:txBody>
      </p:sp>
    </p:spTree>
    <p:extLst>
      <p:ext uri="{BB962C8B-B14F-4D97-AF65-F5344CB8AC3E}">
        <p14:creationId xmlns:p14="http://schemas.microsoft.com/office/powerpoint/2010/main" val="24725045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BFB5CD-6C23-49C2-8F25-7D1D0AED26AF}"/>
              </a:ext>
            </a:extLst>
          </p:cNvPr>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7B3BED5-4C1B-4FDB-9791-F2125B276ACC}"/>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6FB7F47-2229-4F2B-868E-1469984D51AA}"/>
              </a:ext>
            </a:extLst>
          </p:cNvPr>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B1815A1-9D8C-422F-9E05-3BF32C40EF8D}"/>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EB930EE-C335-4193-8AA5-E032BF6D160D}"/>
              </a:ext>
            </a:extLst>
          </p:cNvPr>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0D41552-4ECA-469D-B240-8C2BE1A5B04F}"/>
              </a:ext>
            </a:extLst>
          </p:cNvPr>
          <p:cNvSpPr>
            <a:spLocks noGrp="1"/>
          </p:cNvSpPr>
          <p:nvPr>
            <p:ph type="dt" sz="half" idx="10"/>
          </p:nvPr>
        </p:nvSpPr>
        <p:spPr/>
        <p:txBody>
          <a:bodyPr/>
          <a:lstStyle>
            <a:lvl1pPr>
              <a:defRPr/>
            </a:lvl1pPr>
          </a:lstStyle>
          <a:p>
            <a:endParaRPr lang="en-US" altLang="en-US"/>
          </a:p>
        </p:txBody>
      </p:sp>
      <p:sp>
        <p:nvSpPr>
          <p:cNvPr id="8" name="Footer Placeholder 7">
            <a:extLst>
              <a:ext uri="{FF2B5EF4-FFF2-40B4-BE49-F238E27FC236}">
                <a16:creationId xmlns:a16="http://schemas.microsoft.com/office/drawing/2014/main" id="{F7B9D79E-4DA4-4707-9CA7-DC6FB023C32A}"/>
              </a:ext>
            </a:extLst>
          </p:cNvPr>
          <p:cNvSpPr>
            <a:spLocks noGrp="1"/>
          </p:cNvSpPr>
          <p:nvPr>
            <p:ph type="ftr" sz="quarter" idx="11"/>
          </p:nvPr>
        </p:nvSpPr>
        <p:spPr/>
        <p:txBody>
          <a:bodyPr/>
          <a:lstStyle>
            <a:lvl1pPr>
              <a:defRPr/>
            </a:lvl1pPr>
          </a:lstStyle>
          <a:p>
            <a:endParaRPr lang="en-US" altLang="en-US"/>
          </a:p>
        </p:txBody>
      </p:sp>
      <p:sp>
        <p:nvSpPr>
          <p:cNvPr id="9" name="Slide Number Placeholder 8">
            <a:extLst>
              <a:ext uri="{FF2B5EF4-FFF2-40B4-BE49-F238E27FC236}">
                <a16:creationId xmlns:a16="http://schemas.microsoft.com/office/drawing/2014/main" id="{CB0C82E7-74C2-4368-AFD4-E258388394A1}"/>
              </a:ext>
            </a:extLst>
          </p:cNvPr>
          <p:cNvSpPr>
            <a:spLocks noGrp="1"/>
          </p:cNvSpPr>
          <p:nvPr>
            <p:ph type="sldNum" sz="quarter" idx="12"/>
          </p:nvPr>
        </p:nvSpPr>
        <p:spPr/>
        <p:txBody>
          <a:bodyPr/>
          <a:lstStyle>
            <a:lvl1pPr>
              <a:defRPr/>
            </a:lvl1pPr>
          </a:lstStyle>
          <a:p>
            <a:fld id="{425CFE3D-277B-4DF9-9AA9-4F69DA546328}" type="slidenum">
              <a:rPr lang="en-US" altLang="en-US"/>
              <a:pPr/>
              <a:t>‹#›</a:t>
            </a:fld>
            <a:endParaRPr lang="en-US" altLang="en-US"/>
          </a:p>
        </p:txBody>
      </p:sp>
    </p:spTree>
    <p:extLst>
      <p:ext uri="{BB962C8B-B14F-4D97-AF65-F5344CB8AC3E}">
        <p14:creationId xmlns:p14="http://schemas.microsoft.com/office/powerpoint/2010/main" val="41569928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186DB-0028-439A-91AE-B1E5E369078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66C917D-2F20-4E58-88B0-A880AA7918E7}"/>
              </a:ext>
            </a:extLst>
          </p:cNvPr>
          <p:cNvSpPr>
            <a:spLocks noGrp="1"/>
          </p:cNvSpPr>
          <p:nvPr>
            <p:ph type="dt" sz="half" idx="10"/>
          </p:nvPr>
        </p:nvSpPr>
        <p:spPr/>
        <p:txBody>
          <a:bodyPr/>
          <a:lstStyle>
            <a:lvl1pPr>
              <a:defRPr/>
            </a:lvl1pPr>
          </a:lstStyle>
          <a:p>
            <a:endParaRPr lang="en-US" altLang="en-US"/>
          </a:p>
        </p:txBody>
      </p:sp>
      <p:sp>
        <p:nvSpPr>
          <p:cNvPr id="4" name="Footer Placeholder 3">
            <a:extLst>
              <a:ext uri="{FF2B5EF4-FFF2-40B4-BE49-F238E27FC236}">
                <a16:creationId xmlns:a16="http://schemas.microsoft.com/office/drawing/2014/main" id="{E69D08F7-FA3C-4FF2-87E9-625D18384BAD}"/>
              </a:ext>
            </a:extLst>
          </p:cNvPr>
          <p:cNvSpPr>
            <a:spLocks noGrp="1"/>
          </p:cNvSpPr>
          <p:nvPr>
            <p:ph type="ftr" sz="quarter" idx="11"/>
          </p:nvPr>
        </p:nvSpPr>
        <p:spPr/>
        <p:txBody>
          <a:bodyPr/>
          <a:lstStyle>
            <a:lvl1pPr>
              <a:defRPr/>
            </a:lvl1pPr>
          </a:lstStyle>
          <a:p>
            <a:endParaRPr lang="en-US" altLang="en-US"/>
          </a:p>
        </p:txBody>
      </p:sp>
      <p:sp>
        <p:nvSpPr>
          <p:cNvPr id="5" name="Slide Number Placeholder 4">
            <a:extLst>
              <a:ext uri="{FF2B5EF4-FFF2-40B4-BE49-F238E27FC236}">
                <a16:creationId xmlns:a16="http://schemas.microsoft.com/office/drawing/2014/main" id="{1434F9AF-46FF-4D2D-AD58-4B1D8C6663CE}"/>
              </a:ext>
            </a:extLst>
          </p:cNvPr>
          <p:cNvSpPr>
            <a:spLocks noGrp="1"/>
          </p:cNvSpPr>
          <p:nvPr>
            <p:ph type="sldNum" sz="quarter" idx="12"/>
          </p:nvPr>
        </p:nvSpPr>
        <p:spPr/>
        <p:txBody>
          <a:bodyPr/>
          <a:lstStyle>
            <a:lvl1pPr>
              <a:defRPr/>
            </a:lvl1pPr>
          </a:lstStyle>
          <a:p>
            <a:fld id="{CD5EA4B3-1D43-4434-9A3E-046243FC5D7E}" type="slidenum">
              <a:rPr lang="en-US" altLang="en-US"/>
              <a:pPr/>
              <a:t>‹#›</a:t>
            </a:fld>
            <a:endParaRPr lang="en-US" altLang="en-US"/>
          </a:p>
        </p:txBody>
      </p:sp>
    </p:spTree>
    <p:extLst>
      <p:ext uri="{BB962C8B-B14F-4D97-AF65-F5344CB8AC3E}">
        <p14:creationId xmlns:p14="http://schemas.microsoft.com/office/powerpoint/2010/main" val="29969420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9AA93DB-1DE2-4B64-A93D-F6E7ED8CF9C4}"/>
              </a:ext>
            </a:extLst>
          </p:cNvPr>
          <p:cNvSpPr>
            <a:spLocks noGrp="1"/>
          </p:cNvSpPr>
          <p:nvPr>
            <p:ph type="dt" sz="half" idx="10"/>
          </p:nvPr>
        </p:nvSpPr>
        <p:spPr/>
        <p:txBody>
          <a:bodyPr/>
          <a:lstStyle>
            <a:lvl1pPr>
              <a:defRPr/>
            </a:lvl1pPr>
          </a:lstStyle>
          <a:p>
            <a:endParaRPr lang="en-US" altLang="en-US"/>
          </a:p>
        </p:txBody>
      </p:sp>
      <p:sp>
        <p:nvSpPr>
          <p:cNvPr id="3" name="Footer Placeholder 2">
            <a:extLst>
              <a:ext uri="{FF2B5EF4-FFF2-40B4-BE49-F238E27FC236}">
                <a16:creationId xmlns:a16="http://schemas.microsoft.com/office/drawing/2014/main" id="{C2933CD8-4617-4788-AE80-B9BDF2FDB3C0}"/>
              </a:ext>
            </a:extLst>
          </p:cNvPr>
          <p:cNvSpPr>
            <a:spLocks noGrp="1"/>
          </p:cNvSpPr>
          <p:nvPr>
            <p:ph type="ftr" sz="quarter" idx="11"/>
          </p:nvPr>
        </p:nvSpPr>
        <p:spPr/>
        <p:txBody>
          <a:bodyPr/>
          <a:lstStyle>
            <a:lvl1pPr>
              <a:defRPr/>
            </a:lvl1pPr>
          </a:lstStyle>
          <a:p>
            <a:endParaRPr lang="en-US" altLang="en-US"/>
          </a:p>
        </p:txBody>
      </p:sp>
      <p:sp>
        <p:nvSpPr>
          <p:cNvPr id="4" name="Slide Number Placeholder 3">
            <a:extLst>
              <a:ext uri="{FF2B5EF4-FFF2-40B4-BE49-F238E27FC236}">
                <a16:creationId xmlns:a16="http://schemas.microsoft.com/office/drawing/2014/main" id="{075D4CB5-3DEC-4258-9B92-29744BE3E3B7}"/>
              </a:ext>
            </a:extLst>
          </p:cNvPr>
          <p:cNvSpPr>
            <a:spLocks noGrp="1"/>
          </p:cNvSpPr>
          <p:nvPr>
            <p:ph type="sldNum" sz="quarter" idx="12"/>
          </p:nvPr>
        </p:nvSpPr>
        <p:spPr/>
        <p:txBody>
          <a:bodyPr/>
          <a:lstStyle>
            <a:lvl1pPr>
              <a:defRPr/>
            </a:lvl1pPr>
          </a:lstStyle>
          <a:p>
            <a:fld id="{26F89FF5-F04B-466F-B773-32F4CBADE6B6}" type="slidenum">
              <a:rPr lang="en-US" altLang="en-US"/>
              <a:pPr/>
              <a:t>‹#›</a:t>
            </a:fld>
            <a:endParaRPr lang="en-US" altLang="en-US"/>
          </a:p>
        </p:txBody>
      </p:sp>
    </p:spTree>
    <p:extLst>
      <p:ext uri="{BB962C8B-B14F-4D97-AF65-F5344CB8AC3E}">
        <p14:creationId xmlns:p14="http://schemas.microsoft.com/office/powerpoint/2010/main" val="33925135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58B0CD-1B70-426B-AFF4-3BA927AF1077}"/>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380F494-4593-4BF9-9406-55987CAD7FC0}"/>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1B2CEF7-A8CD-4100-A5B7-4583324BEB50}"/>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943EBAD-961A-4A33-BC69-E76A5EB05916}"/>
              </a:ext>
            </a:extLst>
          </p:cNvPr>
          <p:cNvSpPr>
            <a:spLocks noGrp="1"/>
          </p:cNvSpPr>
          <p:nvPr>
            <p:ph type="dt" sz="half" idx="10"/>
          </p:nvPr>
        </p:nvSpPr>
        <p:spPr/>
        <p:txBody>
          <a:bodyPr/>
          <a:lstStyle>
            <a:lvl1pPr>
              <a:defRPr/>
            </a:lvl1pPr>
          </a:lstStyle>
          <a:p>
            <a:endParaRPr lang="en-US" altLang="en-US"/>
          </a:p>
        </p:txBody>
      </p:sp>
      <p:sp>
        <p:nvSpPr>
          <p:cNvPr id="6" name="Footer Placeholder 5">
            <a:extLst>
              <a:ext uri="{FF2B5EF4-FFF2-40B4-BE49-F238E27FC236}">
                <a16:creationId xmlns:a16="http://schemas.microsoft.com/office/drawing/2014/main" id="{EADED982-AC71-4479-917C-E3A9C0E03928}"/>
              </a:ext>
            </a:extLst>
          </p:cNvPr>
          <p:cNvSpPr>
            <a:spLocks noGrp="1"/>
          </p:cNvSpPr>
          <p:nvPr>
            <p:ph type="ftr" sz="quarter" idx="11"/>
          </p:nvPr>
        </p:nvSpPr>
        <p:spPr/>
        <p:txBody>
          <a:bodyPr/>
          <a:lstStyle>
            <a:lvl1pPr>
              <a:defRPr/>
            </a:lvl1pPr>
          </a:lstStyle>
          <a:p>
            <a:endParaRPr lang="en-US" altLang="en-US"/>
          </a:p>
        </p:txBody>
      </p:sp>
      <p:sp>
        <p:nvSpPr>
          <p:cNvPr id="7" name="Slide Number Placeholder 6">
            <a:extLst>
              <a:ext uri="{FF2B5EF4-FFF2-40B4-BE49-F238E27FC236}">
                <a16:creationId xmlns:a16="http://schemas.microsoft.com/office/drawing/2014/main" id="{4CB30D3E-4886-4DD5-829D-317930DF4CA1}"/>
              </a:ext>
            </a:extLst>
          </p:cNvPr>
          <p:cNvSpPr>
            <a:spLocks noGrp="1"/>
          </p:cNvSpPr>
          <p:nvPr>
            <p:ph type="sldNum" sz="quarter" idx="12"/>
          </p:nvPr>
        </p:nvSpPr>
        <p:spPr/>
        <p:txBody>
          <a:bodyPr/>
          <a:lstStyle>
            <a:lvl1pPr>
              <a:defRPr/>
            </a:lvl1pPr>
          </a:lstStyle>
          <a:p>
            <a:fld id="{9CCD133A-0704-46EE-8196-8E2D3EBC9C6F}" type="slidenum">
              <a:rPr lang="en-US" altLang="en-US"/>
              <a:pPr/>
              <a:t>‹#›</a:t>
            </a:fld>
            <a:endParaRPr lang="en-US" altLang="en-US"/>
          </a:p>
        </p:txBody>
      </p:sp>
    </p:spTree>
    <p:extLst>
      <p:ext uri="{BB962C8B-B14F-4D97-AF65-F5344CB8AC3E}">
        <p14:creationId xmlns:p14="http://schemas.microsoft.com/office/powerpoint/2010/main" val="1109156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22E13-7EB0-490B-9A9E-1D5F3E0C7BE2}"/>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C0A1D68-7A0C-4509-9CEA-BCFC5028C1FC}"/>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4721713-9159-4DDA-8F2B-EDF0D34B5A49}"/>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3F6CA2B-E506-4979-BCD3-C9F24CAB9080}"/>
              </a:ext>
            </a:extLst>
          </p:cNvPr>
          <p:cNvSpPr>
            <a:spLocks noGrp="1"/>
          </p:cNvSpPr>
          <p:nvPr>
            <p:ph type="dt" sz="half" idx="10"/>
          </p:nvPr>
        </p:nvSpPr>
        <p:spPr/>
        <p:txBody>
          <a:bodyPr/>
          <a:lstStyle>
            <a:lvl1pPr>
              <a:defRPr/>
            </a:lvl1pPr>
          </a:lstStyle>
          <a:p>
            <a:endParaRPr lang="en-US" altLang="en-US"/>
          </a:p>
        </p:txBody>
      </p:sp>
      <p:sp>
        <p:nvSpPr>
          <p:cNvPr id="6" name="Footer Placeholder 5">
            <a:extLst>
              <a:ext uri="{FF2B5EF4-FFF2-40B4-BE49-F238E27FC236}">
                <a16:creationId xmlns:a16="http://schemas.microsoft.com/office/drawing/2014/main" id="{9A285700-51AE-4C78-A3EE-BA5F31617C7E}"/>
              </a:ext>
            </a:extLst>
          </p:cNvPr>
          <p:cNvSpPr>
            <a:spLocks noGrp="1"/>
          </p:cNvSpPr>
          <p:nvPr>
            <p:ph type="ftr" sz="quarter" idx="11"/>
          </p:nvPr>
        </p:nvSpPr>
        <p:spPr/>
        <p:txBody>
          <a:bodyPr/>
          <a:lstStyle>
            <a:lvl1pPr>
              <a:defRPr/>
            </a:lvl1pPr>
          </a:lstStyle>
          <a:p>
            <a:endParaRPr lang="en-US" altLang="en-US"/>
          </a:p>
        </p:txBody>
      </p:sp>
      <p:sp>
        <p:nvSpPr>
          <p:cNvPr id="7" name="Slide Number Placeholder 6">
            <a:extLst>
              <a:ext uri="{FF2B5EF4-FFF2-40B4-BE49-F238E27FC236}">
                <a16:creationId xmlns:a16="http://schemas.microsoft.com/office/drawing/2014/main" id="{B705C108-F866-4271-A853-C08B2DF64E9B}"/>
              </a:ext>
            </a:extLst>
          </p:cNvPr>
          <p:cNvSpPr>
            <a:spLocks noGrp="1"/>
          </p:cNvSpPr>
          <p:nvPr>
            <p:ph type="sldNum" sz="quarter" idx="12"/>
          </p:nvPr>
        </p:nvSpPr>
        <p:spPr/>
        <p:txBody>
          <a:bodyPr/>
          <a:lstStyle>
            <a:lvl1pPr>
              <a:defRPr/>
            </a:lvl1pPr>
          </a:lstStyle>
          <a:p>
            <a:fld id="{8E677174-A91F-465A-A3E0-EAD2D3C7FB1E}" type="slidenum">
              <a:rPr lang="en-US" altLang="en-US"/>
              <a:pPr/>
              <a:t>‹#›</a:t>
            </a:fld>
            <a:endParaRPr lang="en-US" altLang="en-US"/>
          </a:p>
        </p:txBody>
      </p:sp>
    </p:spTree>
    <p:extLst>
      <p:ext uri="{BB962C8B-B14F-4D97-AF65-F5344CB8AC3E}">
        <p14:creationId xmlns:p14="http://schemas.microsoft.com/office/powerpoint/2010/main" val="20764891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86DD63-2435-41EE-A249-2291D610C7B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F916AA7-178B-409D-BF9C-6F6BA9A6F0E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6132866-A2B4-401C-AC4D-15E938D2D6FD}"/>
              </a:ext>
            </a:extLst>
          </p:cNvPr>
          <p:cNvSpPr>
            <a:spLocks noGrp="1"/>
          </p:cNvSpPr>
          <p:nvPr>
            <p:ph type="dt" sz="half"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C15049E5-F8A4-4CA2-B757-5C73B39EEABA}"/>
              </a:ext>
            </a:extLst>
          </p:cNvPr>
          <p:cNvSpPr>
            <a:spLocks noGrp="1"/>
          </p:cNvSpPr>
          <p:nvPr>
            <p:ph type="ftr" sz="quarte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206C423B-8893-4423-9BCE-10DEAAF99DCD}"/>
              </a:ext>
            </a:extLst>
          </p:cNvPr>
          <p:cNvSpPr>
            <a:spLocks noGrp="1"/>
          </p:cNvSpPr>
          <p:nvPr>
            <p:ph type="sldNum" sz="quarter" idx="12"/>
          </p:nvPr>
        </p:nvSpPr>
        <p:spPr/>
        <p:txBody>
          <a:bodyPr/>
          <a:lstStyle>
            <a:lvl1pPr>
              <a:defRPr/>
            </a:lvl1pPr>
          </a:lstStyle>
          <a:p>
            <a:fld id="{E2B857DF-78E7-43BC-A344-9AFA982EB283}" type="slidenum">
              <a:rPr lang="en-US" altLang="en-US"/>
              <a:pPr/>
              <a:t>‹#›</a:t>
            </a:fld>
            <a:endParaRPr lang="en-US" altLang="en-US"/>
          </a:p>
        </p:txBody>
      </p:sp>
    </p:spTree>
    <p:extLst>
      <p:ext uri="{BB962C8B-B14F-4D97-AF65-F5344CB8AC3E}">
        <p14:creationId xmlns:p14="http://schemas.microsoft.com/office/powerpoint/2010/main" val="42539339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8430F97-3AC0-4DD1-A0F0-8AFD79374D7E}"/>
              </a:ext>
            </a:extLst>
          </p:cNvPr>
          <p:cNvSpPr>
            <a:spLocks noGrp="1"/>
          </p:cNvSpPr>
          <p:nvPr>
            <p:ph type="title" orient="vert"/>
          </p:nvPr>
        </p:nvSpPr>
        <p:spPr>
          <a:xfrm>
            <a:off x="6724650" y="304800"/>
            <a:ext cx="1885950" cy="5791200"/>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04CADFF-3561-4F6D-A59D-12C03796ECAC}"/>
              </a:ext>
            </a:extLst>
          </p:cNvPr>
          <p:cNvSpPr>
            <a:spLocks noGrp="1"/>
          </p:cNvSpPr>
          <p:nvPr>
            <p:ph type="body" orient="vert" idx="1"/>
          </p:nvPr>
        </p:nvSpPr>
        <p:spPr>
          <a:xfrm>
            <a:off x="1066800" y="304800"/>
            <a:ext cx="5505450" cy="5791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64AA7D6-0AA7-4A64-8398-EE74CA7913F1}"/>
              </a:ext>
            </a:extLst>
          </p:cNvPr>
          <p:cNvSpPr>
            <a:spLocks noGrp="1"/>
          </p:cNvSpPr>
          <p:nvPr>
            <p:ph type="dt" sz="half"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1AD8B616-AA27-44BD-9061-D870C237E5B6}"/>
              </a:ext>
            </a:extLst>
          </p:cNvPr>
          <p:cNvSpPr>
            <a:spLocks noGrp="1"/>
          </p:cNvSpPr>
          <p:nvPr>
            <p:ph type="ftr" sz="quarte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8B02442F-2C56-4B5A-AFA4-100310DBE89D}"/>
              </a:ext>
            </a:extLst>
          </p:cNvPr>
          <p:cNvSpPr>
            <a:spLocks noGrp="1"/>
          </p:cNvSpPr>
          <p:nvPr>
            <p:ph type="sldNum" sz="quarter" idx="12"/>
          </p:nvPr>
        </p:nvSpPr>
        <p:spPr/>
        <p:txBody>
          <a:bodyPr/>
          <a:lstStyle>
            <a:lvl1pPr>
              <a:defRPr/>
            </a:lvl1pPr>
          </a:lstStyle>
          <a:p>
            <a:fld id="{705CA597-9CAE-420A-9F84-A8475E557000}" type="slidenum">
              <a:rPr lang="en-US" altLang="en-US"/>
              <a:pPr/>
              <a:t>‹#›</a:t>
            </a:fld>
            <a:endParaRPr lang="en-US" altLang="en-US"/>
          </a:p>
        </p:txBody>
      </p:sp>
    </p:spTree>
    <p:extLst>
      <p:ext uri="{BB962C8B-B14F-4D97-AF65-F5344CB8AC3E}">
        <p14:creationId xmlns:p14="http://schemas.microsoft.com/office/powerpoint/2010/main" val="270715570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AndTx" preserve="1">
  <p:cSld name="Title, Content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952F83-F4AB-446D-8F2F-0DFE8E8D3364}"/>
              </a:ext>
            </a:extLst>
          </p:cNvPr>
          <p:cNvSpPr>
            <a:spLocks noGrp="1"/>
          </p:cNvSpPr>
          <p:nvPr>
            <p:ph type="title"/>
          </p:nvPr>
        </p:nvSpPr>
        <p:spPr>
          <a:xfrm>
            <a:off x="1066800" y="304800"/>
            <a:ext cx="7543800" cy="1431925"/>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E3021738-E96E-4AF9-9007-F85BF3CB5A50}"/>
              </a:ext>
            </a:extLst>
          </p:cNvPr>
          <p:cNvSpPr>
            <a:spLocks noGrp="1"/>
          </p:cNvSpPr>
          <p:nvPr>
            <p:ph sz="half" idx="1"/>
          </p:nvPr>
        </p:nvSpPr>
        <p:spPr>
          <a:xfrm>
            <a:off x="1066800" y="1981200"/>
            <a:ext cx="36957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48ED793-BE3C-4307-BC63-0D91439A0540}"/>
              </a:ext>
            </a:extLst>
          </p:cNvPr>
          <p:cNvSpPr>
            <a:spLocks noGrp="1"/>
          </p:cNvSpPr>
          <p:nvPr>
            <p:ph type="body" sz="half" idx="2"/>
          </p:nvPr>
        </p:nvSpPr>
        <p:spPr>
          <a:xfrm>
            <a:off x="4914900" y="1981200"/>
            <a:ext cx="36957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8A0A3B9-FBA3-4A50-9336-9F1669AF9B4E}"/>
              </a:ext>
            </a:extLst>
          </p:cNvPr>
          <p:cNvSpPr>
            <a:spLocks noGrp="1"/>
          </p:cNvSpPr>
          <p:nvPr>
            <p:ph type="dt" sz="half" idx="10"/>
          </p:nvPr>
        </p:nvSpPr>
        <p:spPr>
          <a:xfrm>
            <a:off x="1066800" y="6248400"/>
            <a:ext cx="1905000" cy="457200"/>
          </a:xfrm>
        </p:spPr>
        <p:txBody>
          <a:bodyPr/>
          <a:lstStyle>
            <a:lvl1pPr>
              <a:defRPr/>
            </a:lvl1pPr>
          </a:lstStyle>
          <a:p>
            <a:endParaRPr lang="en-US" altLang="en-US"/>
          </a:p>
        </p:txBody>
      </p:sp>
      <p:sp>
        <p:nvSpPr>
          <p:cNvPr id="6" name="Footer Placeholder 5">
            <a:extLst>
              <a:ext uri="{FF2B5EF4-FFF2-40B4-BE49-F238E27FC236}">
                <a16:creationId xmlns:a16="http://schemas.microsoft.com/office/drawing/2014/main" id="{13428DD0-96B0-49CB-B09E-083663488252}"/>
              </a:ext>
            </a:extLst>
          </p:cNvPr>
          <p:cNvSpPr>
            <a:spLocks noGrp="1"/>
          </p:cNvSpPr>
          <p:nvPr>
            <p:ph type="ftr" sz="quarter" idx="11"/>
          </p:nvPr>
        </p:nvSpPr>
        <p:spPr>
          <a:xfrm>
            <a:off x="3429000" y="6248400"/>
            <a:ext cx="2895600" cy="457200"/>
          </a:xfrm>
        </p:spPr>
        <p:txBody>
          <a:bodyPr/>
          <a:lstStyle>
            <a:lvl1pPr>
              <a:defRPr/>
            </a:lvl1pPr>
          </a:lstStyle>
          <a:p>
            <a:endParaRPr lang="en-US" altLang="en-US"/>
          </a:p>
        </p:txBody>
      </p:sp>
      <p:sp>
        <p:nvSpPr>
          <p:cNvPr id="7" name="Slide Number Placeholder 6">
            <a:extLst>
              <a:ext uri="{FF2B5EF4-FFF2-40B4-BE49-F238E27FC236}">
                <a16:creationId xmlns:a16="http://schemas.microsoft.com/office/drawing/2014/main" id="{F39E96AB-9495-498E-82B3-2495EBE65D21}"/>
              </a:ext>
            </a:extLst>
          </p:cNvPr>
          <p:cNvSpPr>
            <a:spLocks noGrp="1"/>
          </p:cNvSpPr>
          <p:nvPr>
            <p:ph type="sldNum" sz="quarter" idx="12"/>
          </p:nvPr>
        </p:nvSpPr>
        <p:spPr>
          <a:xfrm>
            <a:off x="6705600" y="6248400"/>
            <a:ext cx="1905000" cy="457200"/>
          </a:xfrm>
        </p:spPr>
        <p:txBody>
          <a:bodyPr/>
          <a:lstStyle>
            <a:lvl1pPr>
              <a:defRPr/>
            </a:lvl1pPr>
          </a:lstStyle>
          <a:p>
            <a:fld id="{054AFAF2-62DC-490D-A030-B28C494361BF}" type="slidenum">
              <a:rPr lang="en-US" altLang="en-US"/>
              <a:pPr/>
              <a:t>‹#›</a:t>
            </a:fld>
            <a:endParaRPr lang="en-US" altLang="en-US"/>
          </a:p>
        </p:txBody>
      </p:sp>
    </p:spTree>
    <p:extLst>
      <p:ext uri="{BB962C8B-B14F-4D97-AF65-F5344CB8AC3E}">
        <p14:creationId xmlns:p14="http://schemas.microsoft.com/office/powerpoint/2010/main" val="16575636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chart" preserve="1">
  <p:cSld name="Title and Char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AD7108-EA95-4F1B-BFE5-3AA0FB40E01A}"/>
              </a:ext>
            </a:extLst>
          </p:cNvPr>
          <p:cNvSpPr>
            <a:spLocks noGrp="1"/>
          </p:cNvSpPr>
          <p:nvPr>
            <p:ph type="title"/>
          </p:nvPr>
        </p:nvSpPr>
        <p:spPr>
          <a:xfrm>
            <a:off x="1066800" y="304800"/>
            <a:ext cx="7543800" cy="1431925"/>
          </a:xfrm>
        </p:spPr>
        <p:txBody>
          <a:bodyPr/>
          <a:lstStyle/>
          <a:p>
            <a:r>
              <a:rPr lang="en-US"/>
              <a:t>Click to edit Master title style</a:t>
            </a:r>
          </a:p>
        </p:txBody>
      </p:sp>
      <p:sp>
        <p:nvSpPr>
          <p:cNvPr id="3" name="Chart Placeholder 2">
            <a:extLst>
              <a:ext uri="{FF2B5EF4-FFF2-40B4-BE49-F238E27FC236}">
                <a16:creationId xmlns:a16="http://schemas.microsoft.com/office/drawing/2014/main" id="{4783163D-0072-4343-A6E3-3C54894BFD68}"/>
              </a:ext>
            </a:extLst>
          </p:cNvPr>
          <p:cNvSpPr>
            <a:spLocks noGrp="1"/>
          </p:cNvSpPr>
          <p:nvPr>
            <p:ph type="chart" idx="1"/>
          </p:nvPr>
        </p:nvSpPr>
        <p:spPr>
          <a:xfrm>
            <a:off x="1066800" y="1981200"/>
            <a:ext cx="7543800" cy="4114800"/>
          </a:xfrm>
        </p:spPr>
        <p:txBody>
          <a:bodyPr/>
          <a:lstStyle/>
          <a:p>
            <a:endParaRPr lang="en-US"/>
          </a:p>
        </p:txBody>
      </p:sp>
      <p:sp>
        <p:nvSpPr>
          <p:cNvPr id="4" name="Date Placeholder 3">
            <a:extLst>
              <a:ext uri="{FF2B5EF4-FFF2-40B4-BE49-F238E27FC236}">
                <a16:creationId xmlns:a16="http://schemas.microsoft.com/office/drawing/2014/main" id="{5E5F721E-8E4C-4B4D-83F4-630BC505CD06}"/>
              </a:ext>
            </a:extLst>
          </p:cNvPr>
          <p:cNvSpPr>
            <a:spLocks noGrp="1"/>
          </p:cNvSpPr>
          <p:nvPr>
            <p:ph type="dt" sz="half" idx="10"/>
          </p:nvPr>
        </p:nvSpPr>
        <p:spPr>
          <a:xfrm>
            <a:off x="1066800" y="6248400"/>
            <a:ext cx="1905000" cy="457200"/>
          </a:xfrm>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7C9D286A-780A-4BFF-821A-8A219907063F}"/>
              </a:ext>
            </a:extLst>
          </p:cNvPr>
          <p:cNvSpPr>
            <a:spLocks noGrp="1"/>
          </p:cNvSpPr>
          <p:nvPr>
            <p:ph type="ftr" sz="quarter" idx="11"/>
          </p:nvPr>
        </p:nvSpPr>
        <p:spPr>
          <a:xfrm>
            <a:off x="3429000" y="6248400"/>
            <a:ext cx="2895600" cy="457200"/>
          </a:xfrm>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096B19BA-C4E0-418C-987F-689248EA5D65}"/>
              </a:ext>
            </a:extLst>
          </p:cNvPr>
          <p:cNvSpPr>
            <a:spLocks noGrp="1"/>
          </p:cNvSpPr>
          <p:nvPr>
            <p:ph type="sldNum" sz="quarter" idx="12"/>
          </p:nvPr>
        </p:nvSpPr>
        <p:spPr>
          <a:xfrm>
            <a:off x="6705600" y="6248400"/>
            <a:ext cx="1905000" cy="457200"/>
          </a:xfrm>
        </p:spPr>
        <p:txBody>
          <a:bodyPr/>
          <a:lstStyle>
            <a:lvl1pPr>
              <a:defRPr/>
            </a:lvl1pPr>
          </a:lstStyle>
          <a:p>
            <a:fld id="{13784C39-F82A-49D9-A2FD-A5441D9C0B60}" type="slidenum">
              <a:rPr lang="en-US" altLang="en-US"/>
              <a:pPr/>
              <a:t>‹#›</a:t>
            </a:fld>
            <a:endParaRPr lang="en-US" altLang="en-US"/>
          </a:p>
        </p:txBody>
      </p:sp>
    </p:spTree>
    <p:extLst>
      <p:ext uri="{BB962C8B-B14F-4D97-AF65-F5344CB8AC3E}">
        <p14:creationId xmlns:p14="http://schemas.microsoft.com/office/powerpoint/2010/main" val="108374014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91436D-312A-44C8-84C8-FA4736B441B6}"/>
              </a:ext>
            </a:extLst>
          </p:cNvPr>
          <p:cNvSpPr>
            <a:spLocks noGrp="1"/>
          </p:cNvSpPr>
          <p:nvPr>
            <p:ph type="title"/>
          </p:nvPr>
        </p:nvSpPr>
        <p:spPr>
          <a:xfrm>
            <a:off x="1066800" y="304800"/>
            <a:ext cx="7543800" cy="1431925"/>
          </a:xfrm>
        </p:spPr>
        <p:txBody>
          <a:bodyPr/>
          <a:lstStyle/>
          <a:p>
            <a:r>
              <a:rPr lang="en-US"/>
              <a:t>Click to edit Master title style</a:t>
            </a:r>
          </a:p>
        </p:txBody>
      </p:sp>
      <p:sp>
        <p:nvSpPr>
          <p:cNvPr id="3" name="Text Placeholder 2">
            <a:extLst>
              <a:ext uri="{FF2B5EF4-FFF2-40B4-BE49-F238E27FC236}">
                <a16:creationId xmlns:a16="http://schemas.microsoft.com/office/drawing/2014/main" id="{3D0C2F8C-2185-47D8-8D94-C04DEA492F1A}"/>
              </a:ext>
            </a:extLst>
          </p:cNvPr>
          <p:cNvSpPr>
            <a:spLocks noGrp="1"/>
          </p:cNvSpPr>
          <p:nvPr>
            <p:ph type="body" sz="half" idx="1"/>
          </p:nvPr>
        </p:nvSpPr>
        <p:spPr>
          <a:xfrm>
            <a:off x="1066800" y="1981200"/>
            <a:ext cx="36957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F49B938-56EA-4CC0-861D-C170AE4704AE}"/>
              </a:ext>
            </a:extLst>
          </p:cNvPr>
          <p:cNvSpPr>
            <a:spLocks noGrp="1"/>
          </p:cNvSpPr>
          <p:nvPr>
            <p:ph sz="half" idx="2"/>
          </p:nvPr>
        </p:nvSpPr>
        <p:spPr>
          <a:xfrm>
            <a:off x="4914900" y="1981200"/>
            <a:ext cx="36957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5D6030D-5482-475D-B2D6-3ED12FC76B53}"/>
              </a:ext>
            </a:extLst>
          </p:cNvPr>
          <p:cNvSpPr>
            <a:spLocks noGrp="1"/>
          </p:cNvSpPr>
          <p:nvPr>
            <p:ph type="dt" sz="half" idx="10"/>
          </p:nvPr>
        </p:nvSpPr>
        <p:spPr>
          <a:xfrm>
            <a:off x="1066800" y="6248400"/>
            <a:ext cx="1905000" cy="457200"/>
          </a:xfrm>
        </p:spPr>
        <p:txBody>
          <a:bodyPr/>
          <a:lstStyle>
            <a:lvl1pPr>
              <a:defRPr/>
            </a:lvl1pPr>
          </a:lstStyle>
          <a:p>
            <a:endParaRPr lang="en-US" altLang="en-US"/>
          </a:p>
        </p:txBody>
      </p:sp>
      <p:sp>
        <p:nvSpPr>
          <p:cNvPr id="6" name="Footer Placeholder 5">
            <a:extLst>
              <a:ext uri="{FF2B5EF4-FFF2-40B4-BE49-F238E27FC236}">
                <a16:creationId xmlns:a16="http://schemas.microsoft.com/office/drawing/2014/main" id="{650ED4CE-8E89-4195-8E2C-17D5286F6AF2}"/>
              </a:ext>
            </a:extLst>
          </p:cNvPr>
          <p:cNvSpPr>
            <a:spLocks noGrp="1"/>
          </p:cNvSpPr>
          <p:nvPr>
            <p:ph type="ftr" sz="quarter" idx="11"/>
          </p:nvPr>
        </p:nvSpPr>
        <p:spPr>
          <a:xfrm>
            <a:off x="3429000" y="6248400"/>
            <a:ext cx="2895600" cy="457200"/>
          </a:xfrm>
        </p:spPr>
        <p:txBody>
          <a:bodyPr/>
          <a:lstStyle>
            <a:lvl1pPr>
              <a:defRPr/>
            </a:lvl1pPr>
          </a:lstStyle>
          <a:p>
            <a:endParaRPr lang="en-US" altLang="en-US"/>
          </a:p>
        </p:txBody>
      </p:sp>
      <p:sp>
        <p:nvSpPr>
          <p:cNvPr id="7" name="Slide Number Placeholder 6">
            <a:extLst>
              <a:ext uri="{FF2B5EF4-FFF2-40B4-BE49-F238E27FC236}">
                <a16:creationId xmlns:a16="http://schemas.microsoft.com/office/drawing/2014/main" id="{269CC82F-8412-4892-8AC9-D26F40B17492}"/>
              </a:ext>
            </a:extLst>
          </p:cNvPr>
          <p:cNvSpPr>
            <a:spLocks noGrp="1"/>
          </p:cNvSpPr>
          <p:nvPr>
            <p:ph type="sldNum" sz="quarter" idx="12"/>
          </p:nvPr>
        </p:nvSpPr>
        <p:spPr>
          <a:xfrm>
            <a:off x="6705600" y="6248400"/>
            <a:ext cx="1905000" cy="457200"/>
          </a:xfrm>
        </p:spPr>
        <p:txBody>
          <a:bodyPr/>
          <a:lstStyle>
            <a:lvl1pPr>
              <a:defRPr/>
            </a:lvl1pPr>
          </a:lstStyle>
          <a:p>
            <a:fld id="{87CEC198-808B-4B66-A230-19508F5C1149}" type="slidenum">
              <a:rPr lang="en-US" altLang="en-US"/>
              <a:pPr/>
              <a:t>‹#›</a:t>
            </a:fld>
            <a:endParaRPr lang="en-US" altLang="en-US"/>
          </a:p>
        </p:txBody>
      </p:sp>
    </p:spTree>
    <p:extLst>
      <p:ext uri="{BB962C8B-B14F-4D97-AF65-F5344CB8AC3E}">
        <p14:creationId xmlns:p14="http://schemas.microsoft.com/office/powerpoint/2010/main" val="32576574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10594" name="Group 2">
            <a:extLst>
              <a:ext uri="{FF2B5EF4-FFF2-40B4-BE49-F238E27FC236}">
                <a16:creationId xmlns:a16="http://schemas.microsoft.com/office/drawing/2014/main" id="{7480F1AB-2F22-453E-B19B-88AB251C5A77}"/>
              </a:ext>
            </a:extLst>
          </p:cNvPr>
          <p:cNvGrpSpPr>
            <a:grpSpLocks/>
          </p:cNvGrpSpPr>
          <p:nvPr/>
        </p:nvGrpSpPr>
        <p:grpSpPr bwMode="auto">
          <a:xfrm>
            <a:off x="0" y="6350"/>
            <a:ext cx="9140825" cy="6851650"/>
            <a:chOff x="0" y="4"/>
            <a:chExt cx="5758" cy="4316"/>
          </a:xfrm>
        </p:grpSpPr>
        <p:sp>
          <p:nvSpPr>
            <p:cNvPr id="110595" name="Freeform 3">
              <a:extLst>
                <a:ext uri="{FF2B5EF4-FFF2-40B4-BE49-F238E27FC236}">
                  <a16:creationId xmlns:a16="http://schemas.microsoft.com/office/drawing/2014/main" id="{EC295928-BA37-439A-BC75-0BE1164D8D09}"/>
                </a:ext>
              </a:extLst>
            </p:cNvPr>
            <p:cNvSpPr>
              <a:spLocks/>
            </p:cNvSpPr>
            <p:nvPr/>
          </p:nvSpPr>
          <p:spPr bwMode="hidden">
            <a:xfrm>
              <a:off x="558" y="1161"/>
              <a:ext cx="5200" cy="3159"/>
            </a:xfrm>
            <a:custGeom>
              <a:avLst/>
              <a:gdLst>
                <a:gd name="T0" fmla="*/ 0 w 5184"/>
                <a:gd name="T1" fmla="*/ 3159 h 3159"/>
                <a:gd name="T2" fmla="*/ 5184 w 5184"/>
                <a:gd name="T3" fmla="*/ 3159 h 3159"/>
                <a:gd name="T4" fmla="*/ 5184 w 5184"/>
                <a:gd name="T5" fmla="*/ 0 h 3159"/>
                <a:gd name="T6" fmla="*/ 0 w 5184"/>
                <a:gd name="T7" fmla="*/ 0 h 3159"/>
                <a:gd name="T8" fmla="*/ 0 w 5184"/>
                <a:gd name="T9" fmla="*/ 3159 h 3159"/>
                <a:gd name="T10" fmla="*/ 0 w 5184"/>
                <a:gd name="T11" fmla="*/ 3159 h 3159"/>
              </a:gdLst>
              <a:ahLst/>
              <a:cxnLst>
                <a:cxn ang="0">
                  <a:pos x="T0" y="T1"/>
                </a:cxn>
                <a:cxn ang="0">
                  <a:pos x="T2" y="T3"/>
                </a:cxn>
                <a:cxn ang="0">
                  <a:pos x="T4" y="T5"/>
                </a:cxn>
                <a:cxn ang="0">
                  <a:pos x="T6" y="T7"/>
                </a:cxn>
                <a:cxn ang="0">
                  <a:pos x="T8" y="T9"/>
                </a:cxn>
                <a:cxn ang="0">
                  <a:pos x="T10" y="T11"/>
                </a:cxn>
              </a:cxnLst>
              <a:rect l="0" t="0" r="r" b="b"/>
              <a:pathLst>
                <a:path w="5184" h="3159">
                  <a:moveTo>
                    <a:pt x="0" y="3159"/>
                  </a:moveTo>
                  <a:lnTo>
                    <a:pt x="5184" y="3159"/>
                  </a:lnTo>
                  <a:lnTo>
                    <a:pt x="5184" y="0"/>
                  </a:lnTo>
                  <a:lnTo>
                    <a:pt x="0" y="0"/>
                  </a:lnTo>
                  <a:lnTo>
                    <a:pt x="0" y="3159"/>
                  </a:lnTo>
                  <a:lnTo>
                    <a:pt x="0" y="3159"/>
                  </a:lnTo>
                  <a:close/>
                </a:path>
              </a:pathLst>
            </a:custGeom>
            <a:gradFill rotWithShape="0">
              <a:gsLst>
                <a:gs pos="0">
                  <a:schemeClr val="bg1"/>
                </a:gs>
                <a:gs pos="100000">
                  <a:schemeClr val="bg2"/>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0596" name="Freeform 4">
              <a:extLst>
                <a:ext uri="{FF2B5EF4-FFF2-40B4-BE49-F238E27FC236}">
                  <a16:creationId xmlns:a16="http://schemas.microsoft.com/office/drawing/2014/main" id="{69A8279A-1374-464D-A619-6CA925EBFB2A}"/>
                </a:ext>
              </a:extLst>
            </p:cNvPr>
            <p:cNvSpPr>
              <a:spLocks/>
            </p:cNvSpPr>
            <p:nvPr/>
          </p:nvSpPr>
          <p:spPr bwMode="hidden">
            <a:xfrm>
              <a:off x="0" y="1161"/>
              <a:ext cx="558" cy="3159"/>
            </a:xfrm>
            <a:custGeom>
              <a:avLst/>
              <a:gdLst>
                <a:gd name="T0" fmla="*/ 0 w 556"/>
                <a:gd name="T1" fmla="*/ 0 h 3159"/>
                <a:gd name="T2" fmla="*/ 0 w 556"/>
                <a:gd name="T3" fmla="*/ 3159 h 3159"/>
                <a:gd name="T4" fmla="*/ 556 w 556"/>
                <a:gd name="T5" fmla="*/ 3159 h 3159"/>
                <a:gd name="T6" fmla="*/ 556 w 556"/>
                <a:gd name="T7" fmla="*/ 0 h 3159"/>
                <a:gd name="T8" fmla="*/ 0 w 556"/>
                <a:gd name="T9" fmla="*/ 0 h 3159"/>
                <a:gd name="T10" fmla="*/ 0 w 556"/>
                <a:gd name="T11" fmla="*/ 0 h 3159"/>
              </a:gdLst>
              <a:ahLst/>
              <a:cxnLst>
                <a:cxn ang="0">
                  <a:pos x="T0" y="T1"/>
                </a:cxn>
                <a:cxn ang="0">
                  <a:pos x="T2" y="T3"/>
                </a:cxn>
                <a:cxn ang="0">
                  <a:pos x="T4" y="T5"/>
                </a:cxn>
                <a:cxn ang="0">
                  <a:pos x="T6" y="T7"/>
                </a:cxn>
                <a:cxn ang="0">
                  <a:pos x="T8" y="T9"/>
                </a:cxn>
                <a:cxn ang="0">
                  <a:pos x="T10" y="T11"/>
                </a:cxn>
              </a:cxnLst>
              <a:rect l="0" t="0" r="r" b="b"/>
              <a:pathLst>
                <a:path w="556" h="3159">
                  <a:moveTo>
                    <a:pt x="0" y="0"/>
                  </a:moveTo>
                  <a:lnTo>
                    <a:pt x="0" y="3159"/>
                  </a:lnTo>
                  <a:lnTo>
                    <a:pt x="556" y="3159"/>
                  </a:lnTo>
                  <a:lnTo>
                    <a:pt x="556" y="0"/>
                  </a:lnTo>
                  <a:lnTo>
                    <a:pt x="0" y="0"/>
                  </a:lnTo>
                  <a:lnTo>
                    <a:pt x="0" y="0"/>
                  </a:lnTo>
                  <a:close/>
                </a:path>
              </a:pathLst>
            </a:custGeom>
            <a:gradFill rotWithShape="0">
              <a:gsLst>
                <a:gs pos="0">
                  <a:schemeClr val="bg1"/>
                </a:gs>
                <a:gs pos="100000">
                  <a:schemeClr val="bg2"/>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nvGrpSpPr>
            <p:cNvPr id="110597" name="Group 5">
              <a:extLst>
                <a:ext uri="{FF2B5EF4-FFF2-40B4-BE49-F238E27FC236}">
                  <a16:creationId xmlns:a16="http://schemas.microsoft.com/office/drawing/2014/main" id="{322B7F33-458A-4CF9-B6F3-E0FAD28F7383}"/>
                </a:ext>
              </a:extLst>
            </p:cNvPr>
            <p:cNvGrpSpPr>
              <a:grpSpLocks/>
            </p:cNvGrpSpPr>
            <p:nvPr userDrawn="1"/>
          </p:nvGrpSpPr>
          <p:grpSpPr bwMode="auto">
            <a:xfrm>
              <a:off x="0" y="4"/>
              <a:ext cx="5758" cy="4316"/>
              <a:chOff x="0" y="4"/>
              <a:chExt cx="5758" cy="4316"/>
            </a:xfrm>
          </p:grpSpPr>
          <p:sp>
            <p:nvSpPr>
              <p:cNvPr id="110598" name="Freeform 6">
                <a:extLst>
                  <a:ext uri="{FF2B5EF4-FFF2-40B4-BE49-F238E27FC236}">
                    <a16:creationId xmlns:a16="http://schemas.microsoft.com/office/drawing/2014/main" id="{179B6894-42F9-4EC0-8BBA-C31B4ED6B162}"/>
                  </a:ext>
                </a:extLst>
              </p:cNvPr>
              <p:cNvSpPr>
                <a:spLocks/>
              </p:cNvSpPr>
              <p:nvPr/>
            </p:nvSpPr>
            <p:spPr bwMode="ltGray">
              <a:xfrm>
                <a:off x="552" y="4"/>
                <a:ext cx="12" cy="695"/>
              </a:xfrm>
              <a:custGeom>
                <a:avLst/>
                <a:gdLst>
                  <a:gd name="T0" fmla="*/ 12 w 12"/>
                  <a:gd name="T1" fmla="*/ 0 h 695"/>
                  <a:gd name="T2" fmla="*/ 0 w 12"/>
                  <a:gd name="T3" fmla="*/ 0 h 695"/>
                  <a:gd name="T4" fmla="*/ 0 w 12"/>
                  <a:gd name="T5" fmla="*/ 695 h 695"/>
                  <a:gd name="T6" fmla="*/ 12 w 12"/>
                  <a:gd name="T7" fmla="*/ 695 h 695"/>
                  <a:gd name="T8" fmla="*/ 12 w 12"/>
                  <a:gd name="T9" fmla="*/ 0 h 695"/>
                  <a:gd name="T10" fmla="*/ 12 w 12"/>
                  <a:gd name="T11" fmla="*/ 0 h 695"/>
                </a:gdLst>
                <a:ahLst/>
                <a:cxnLst>
                  <a:cxn ang="0">
                    <a:pos x="T0" y="T1"/>
                  </a:cxn>
                  <a:cxn ang="0">
                    <a:pos x="T2" y="T3"/>
                  </a:cxn>
                  <a:cxn ang="0">
                    <a:pos x="T4" y="T5"/>
                  </a:cxn>
                  <a:cxn ang="0">
                    <a:pos x="T6" y="T7"/>
                  </a:cxn>
                  <a:cxn ang="0">
                    <a:pos x="T8" y="T9"/>
                  </a:cxn>
                  <a:cxn ang="0">
                    <a:pos x="T10" y="T11"/>
                  </a:cxn>
                </a:cxnLst>
                <a:rect l="0" t="0" r="r" b="b"/>
                <a:pathLst>
                  <a:path w="12" h="695">
                    <a:moveTo>
                      <a:pt x="12" y="0"/>
                    </a:moveTo>
                    <a:lnTo>
                      <a:pt x="0" y="0"/>
                    </a:lnTo>
                    <a:lnTo>
                      <a:pt x="0" y="695"/>
                    </a:lnTo>
                    <a:lnTo>
                      <a:pt x="12" y="695"/>
                    </a:lnTo>
                    <a:lnTo>
                      <a:pt x="12" y="0"/>
                    </a:lnTo>
                    <a:lnTo>
                      <a:pt x="12" y="0"/>
                    </a:lnTo>
                    <a:close/>
                  </a:path>
                </a:pathLst>
              </a:custGeom>
              <a:gradFill rotWithShape="0">
                <a:gsLst>
                  <a:gs pos="0">
                    <a:schemeClr val="bg1"/>
                  </a:gs>
                  <a:gs pos="100000">
                    <a:schemeClr val="bg2"/>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0599" name="Freeform 7">
                <a:extLst>
                  <a:ext uri="{FF2B5EF4-FFF2-40B4-BE49-F238E27FC236}">
                    <a16:creationId xmlns:a16="http://schemas.microsoft.com/office/drawing/2014/main" id="{50D646CB-9E6C-4017-B437-9B847530AC13}"/>
                  </a:ext>
                </a:extLst>
              </p:cNvPr>
              <p:cNvSpPr>
                <a:spLocks/>
              </p:cNvSpPr>
              <p:nvPr/>
            </p:nvSpPr>
            <p:spPr bwMode="ltGray">
              <a:xfrm>
                <a:off x="552" y="1623"/>
                <a:ext cx="12" cy="2697"/>
              </a:xfrm>
              <a:custGeom>
                <a:avLst/>
                <a:gdLst>
                  <a:gd name="T0" fmla="*/ 0 w 12"/>
                  <a:gd name="T1" fmla="*/ 2697 h 2697"/>
                  <a:gd name="T2" fmla="*/ 12 w 12"/>
                  <a:gd name="T3" fmla="*/ 2697 h 2697"/>
                  <a:gd name="T4" fmla="*/ 12 w 12"/>
                  <a:gd name="T5" fmla="*/ 0 h 2697"/>
                  <a:gd name="T6" fmla="*/ 0 w 12"/>
                  <a:gd name="T7" fmla="*/ 0 h 2697"/>
                  <a:gd name="T8" fmla="*/ 0 w 12"/>
                  <a:gd name="T9" fmla="*/ 2697 h 2697"/>
                  <a:gd name="T10" fmla="*/ 0 w 12"/>
                  <a:gd name="T11" fmla="*/ 2697 h 2697"/>
                </a:gdLst>
                <a:ahLst/>
                <a:cxnLst>
                  <a:cxn ang="0">
                    <a:pos x="T0" y="T1"/>
                  </a:cxn>
                  <a:cxn ang="0">
                    <a:pos x="T2" y="T3"/>
                  </a:cxn>
                  <a:cxn ang="0">
                    <a:pos x="T4" y="T5"/>
                  </a:cxn>
                  <a:cxn ang="0">
                    <a:pos x="T6" y="T7"/>
                  </a:cxn>
                  <a:cxn ang="0">
                    <a:pos x="T8" y="T9"/>
                  </a:cxn>
                  <a:cxn ang="0">
                    <a:pos x="T10" y="T11"/>
                  </a:cxn>
                </a:cxnLst>
                <a:rect l="0" t="0" r="r" b="b"/>
                <a:pathLst>
                  <a:path w="12" h="2697">
                    <a:moveTo>
                      <a:pt x="0" y="2697"/>
                    </a:moveTo>
                    <a:lnTo>
                      <a:pt x="12" y="2697"/>
                    </a:lnTo>
                    <a:lnTo>
                      <a:pt x="12" y="0"/>
                    </a:lnTo>
                    <a:lnTo>
                      <a:pt x="0" y="0"/>
                    </a:lnTo>
                    <a:lnTo>
                      <a:pt x="0" y="2697"/>
                    </a:lnTo>
                    <a:lnTo>
                      <a:pt x="0" y="2697"/>
                    </a:lnTo>
                    <a:close/>
                  </a:path>
                </a:pathLst>
              </a:custGeom>
              <a:gradFill rotWithShape="0">
                <a:gsLst>
                  <a:gs pos="0">
                    <a:schemeClr val="bg2"/>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0600" name="Freeform 8">
                <a:extLst>
                  <a:ext uri="{FF2B5EF4-FFF2-40B4-BE49-F238E27FC236}">
                    <a16:creationId xmlns:a16="http://schemas.microsoft.com/office/drawing/2014/main" id="{323DB9DF-1230-4884-80D2-017617D51284}"/>
                  </a:ext>
                </a:extLst>
              </p:cNvPr>
              <p:cNvSpPr>
                <a:spLocks/>
              </p:cNvSpPr>
              <p:nvPr/>
            </p:nvSpPr>
            <p:spPr bwMode="ltGray">
              <a:xfrm>
                <a:off x="1019" y="1155"/>
                <a:ext cx="4739" cy="12"/>
              </a:xfrm>
              <a:custGeom>
                <a:avLst/>
                <a:gdLst>
                  <a:gd name="T0" fmla="*/ 4724 w 4724"/>
                  <a:gd name="T1" fmla="*/ 0 h 12"/>
                  <a:gd name="T2" fmla="*/ 0 w 4724"/>
                  <a:gd name="T3" fmla="*/ 0 h 12"/>
                  <a:gd name="T4" fmla="*/ 0 w 4724"/>
                  <a:gd name="T5" fmla="*/ 12 h 12"/>
                  <a:gd name="T6" fmla="*/ 4724 w 4724"/>
                  <a:gd name="T7" fmla="*/ 12 h 12"/>
                  <a:gd name="T8" fmla="*/ 4724 w 4724"/>
                  <a:gd name="T9" fmla="*/ 0 h 12"/>
                  <a:gd name="T10" fmla="*/ 4724 w 4724"/>
                  <a:gd name="T11" fmla="*/ 0 h 12"/>
                </a:gdLst>
                <a:ahLst/>
                <a:cxnLst>
                  <a:cxn ang="0">
                    <a:pos x="T0" y="T1"/>
                  </a:cxn>
                  <a:cxn ang="0">
                    <a:pos x="T2" y="T3"/>
                  </a:cxn>
                  <a:cxn ang="0">
                    <a:pos x="T4" y="T5"/>
                  </a:cxn>
                  <a:cxn ang="0">
                    <a:pos x="T6" y="T7"/>
                  </a:cxn>
                  <a:cxn ang="0">
                    <a:pos x="T8" y="T9"/>
                  </a:cxn>
                  <a:cxn ang="0">
                    <a:pos x="T10" y="T11"/>
                  </a:cxn>
                </a:cxnLst>
                <a:rect l="0" t="0" r="r" b="b"/>
                <a:pathLst>
                  <a:path w="4724" h="12">
                    <a:moveTo>
                      <a:pt x="4724" y="0"/>
                    </a:moveTo>
                    <a:lnTo>
                      <a:pt x="0" y="0"/>
                    </a:lnTo>
                    <a:lnTo>
                      <a:pt x="0" y="12"/>
                    </a:lnTo>
                    <a:lnTo>
                      <a:pt x="4724" y="12"/>
                    </a:lnTo>
                    <a:lnTo>
                      <a:pt x="4724" y="0"/>
                    </a:lnTo>
                    <a:lnTo>
                      <a:pt x="4724" y="0"/>
                    </a:lnTo>
                    <a:close/>
                  </a:path>
                </a:pathLst>
              </a:cu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0601" name="Freeform 9">
                <a:extLst>
                  <a:ext uri="{FF2B5EF4-FFF2-40B4-BE49-F238E27FC236}">
                    <a16:creationId xmlns:a16="http://schemas.microsoft.com/office/drawing/2014/main" id="{B3D3EC95-DCF1-4AE3-B7CA-C6ABBA369670}"/>
                  </a:ext>
                </a:extLst>
              </p:cNvPr>
              <p:cNvSpPr>
                <a:spLocks/>
              </p:cNvSpPr>
              <p:nvPr/>
            </p:nvSpPr>
            <p:spPr bwMode="ltGray">
              <a:xfrm>
                <a:off x="552" y="1371"/>
                <a:ext cx="12" cy="252"/>
              </a:xfrm>
              <a:custGeom>
                <a:avLst/>
                <a:gdLst>
                  <a:gd name="T0" fmla="*/ 0 w 12"/>
                  <a:gd name="T1" fmla="*/ 252 h 252"/>
                  <a:gd name="T2" fmla="*/ 12 w 12"/>
                  <a:gd name="T3" fmla="*/ 252 h 252"/>
                  <a:gd name="T4" fmla="*/ 12 w 12"/>
                  <a:gd name="T5" fmla="*/ 0 h 252"/>
                  <a:gd name="T6" fmla="*/ 0 w 12"/>
                  <a:gd name="T7" fmla="*/ 0 h 252"/>
                  <a:gd name="T8" fmla="*/ 0 w 12"/>
                  <a:gd name="T9" fmla="*/ 252 h 252"/>
                  <a:gd name="T10" fmla="*/ 0 w 12"/>
                  <a:gd name="T11" fmla="*/ 252 h 252"/>
                </a:gdLst>
                <a:ahLst/>
                <a:cxnLst>
                  <a:cxn ang="0">
                    <a:pos x="T0" y="T1"/>
                  </a:cxn>
                  <a:cxn ang="0">
                    <a:pos x="T2" y="T3"/>
                  </a:cxn>
                  <a:cxn ang="0">
                    <a:pos x="T4" y="T5"/>
                  </a:cxn>
                  <a:cxn ang="0">
                    <a:pos x="T6" y="T7"/>
                  </a:cxn>
                  <a:cxn ang="0">
                    <a:pos x="T8" y="T9"/>
                  </a:cxn>
                  <a:cxn ang="0">
                    <a:pos x="T10" y="T11"/>
                  </a:cxn>
                </a:cxnLst>
                <a:rect l="0" t="0" r="r" b="b"/>
                <a:pathLst>
                  <a:path w="12" h="252">
                    <a:moveTo>
                      <a:pt x="0" y="252"/>
                    </a:moveTo>
                    <a:lnTo>
                      <a:pt x="12" y="252"/>
                    </a:lnTo>
                    <a:lnTo>
                      <a:pt x="12" y="0"/>
                    </a:lnTo>
                    <a:lnTo>
                      <a:pt x="0" y="0"/>
                    </a:lnTo>
                    <a:lnTo>
                      <a:pt x="0" y="252"/>
                    </a:lnTo>
                    <a:lnTo>
                      <a:pt x="0" y="252"/>
                    </a:lnTo>
                    <a:close/>
                  </a:path>
                </a:pathLst>
              </a:custGeom>
              <a:gradFill rotWithShape="0">
                <a:gsLst>
                  <a:gs pos="0">
                    <a:schemeClr val="accent2"/>
                  </a:gs>
                  <a:gs pos="100000">
                    <a:schemeClr val="bg2"/>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0602" name="Freeform 10">
                <a:extLst>
                  <a:ext uri="{FF2B5EF4-FFF2-40B4-BE49-F238E27FC236}">
                    <a16:creationId xmlns:a16="http://schemas.microsoft.com/office/drawing/2014/main" id="{46AFC86F-7E75-494C-9286-81D558E8E056}"/>
                  </a:ext>
                </a:extLst>
              </p:cNvPr>
              <p:cNvSpPr>
                <a:spLocks/>
              </p:cNvSpPr>
              <p:nvPr/>
            </p:nvSpPr>
            <p:spPr bwMode="ltGray">
              <a:xfrm>
                <a:off x="552" y="699"/>
                <a:ext cx="12" cy="252"/>
              </a:xfrm>
              <a:custGeom>
                <a:avLst/>
                <a:gdLst>
                  <a:gd name="T0" fmla="*/ 12 w 12"/>
                  <a:gd name="T1" fmla="*/ 0 h 252"/>
                  <a:gd name="T2" fmla="*/ 0 w 12"/>
                  <a:gd name="T3" fmla="*/ 0 h 252"/>
                  <a:gd name="T4" fmla="*/ 0 w 12"/>
                  <a:gd name="T5" fmla="*/ 252 h 252"/>
                  <a:gd name="T6" fmla="*/ 12 w 12"/>
                  <a:gd name="T7" fmla="*/ 252 h 252"/>
                  <a:gd name="T8" fmla="*/ 12 w 12"/>
                  <a:gd name="T9" fmla="*/ 0 h 252"/>
                  <a:gd name="T10" fmla="*/ 12 w 12"/>
                  <a:gd name="T11" fmla="*/ 0 h 252"/>
                </a:gdLst>
                <a:ahLst/>
                <a:cxnLst>
                  <a:cxn ang="0">
                    <a:pos x="T0" y="T1"/>
                  </a:cxn>
                  <a:cxn ang="0">
                    <a:pos x="T2" y="T3"/>
                  </a:cxn>
                  <a:cxn ang="0">
                    <a:pos x="T4" y="T5"/>
                  </a:cxn>
                  <a:cxn ang="0">
                    <a:pos x="T6" y="T7"/>
                  </a:cxn>
                  <a:cxn ang="0">
                    <a:pos x="T8" y="T9"/>
                  </a:cxn>
                  <a:cxn ang="0">
                    <a:pos x="T10" y="T11"/>
                  </a:cxn>
                </a:cxnLst>
                <a:rect l="0" t="0" r="r" b="b"/>
                <a:pathLst>
                  <a:path w="12" h="252">
                    <a:moveTo>
                      <a:pt x="12" y="0"/>
                    </a:moveTo>
                    <a:lnTo>
                      <a:pt x="0" y="0"/>
                    </a:lnTo>
                    <a:lnTo>
                      <a:pt x="0" y="252"/>
                    </a:lnTo>
                    <a:lnTo>
                      <a:pt x="12" y="252"/>
                    </a:lnTo>
                    <a:lnTo>
                      <a:pt x="12" y="0"/>
                    </a:lnTo>
                    <a:lnTo>
                      <a:pt x="12" y="0"/>
                    </a:lnTo>
                    <a:close/>
                  </a:path>
                </a:pathLst>
              </a:custGeom>
              <a:gradFill rotWithShape="0">
                <a:gsLst>
                  <a:gs pos="0">
                    <a:schemeClr val="bg2"/>
                  </a:gs>
                  <a:gs pos="100000">
                    <a:schemeClr val="accent2"/>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0603" name="Freeform 11">
                <a:extLst>
                  <a:ext uri="{FF2B5EF4-FFF2-40B4-BE49-F238E27FC236}">
                    <a16:creationId xmlns:a16="http://schemas.microsoft.com/office/drawing/2014/main" id="{C7C77B88-E4EF-4306-9D84-9935DFA0A2B3}"/>
                  </a:ext>
                </a:extLst>
              </p:cNvPr>
              <p:cNvSpPr>
                <a:spLocks/>
              </p:cNvSpPr>
              <p:nvPr/>
            </p:nvSpPr>
            <p:spPr bwMode="ltGray">
              <a:xfrm>
                <a:off x="552" y="951"/>
                <a:ext cx="12" cy="420"/>
              </a:xfrm>
              <a:custGeom>
                <a:avLst/>
                <a:gdLst>
                  <a:gd name="T0" fmla="*/ 0 w 12"/>
                  <a:gd name="T1" fmla="*/ 0 h 420"/>
                  <a:gd name="T2" fmla="*/ 0 w 12"/>
                  <a:gd name="T3" fmla="*/ 420 h 420"/>
                  <a:gd name="T4" fmla="*/ 12 w 12"/>
                  <a:gd name="T5" fmla="*/ 420 h 420"/>
                  <a:gd name="T6" fmla="*/ 12 w 12"/>
                  <a:gd name="T7" fmla="*/ 0 h 420"/>
                  <a:gd name="T8" fmla="*/ 0 w 12"/>
                  <a:gd name="T9" fmla="*/ 0 h 420"/>
                  <a:gd name="T10" fmla="*/ 0 w 12"/>
                  <a:gd name="T11" fmla="*/ 0 h 420"/>
                </a:gdLst>
                <a:ahLst/>
                <a:cxnLst>
                  <a:cxn ang="0">
                    <a:pos x="T0" y="T1"/>
                  </a:cxn>
                  <a:cxn ang="0">
                    <a:pos x="T2" y="T3"/>
                  </a:cxn>
                  <a:cxn ang="0">
                    <a:pos x="T4" y="T5"/>
                  </a:cxn>
                  <a:cxn ang="0">
                    <a:pos x="T6" y="T7"/>
                  </a:cxn>
                  <a:cxn ang="0">
                    <a:pos x="T8" y="T9"/>
                  </a:cxn>
                  <a:cxn ang="0">
                    <a:pos x="T10" y="T11"/>
                  </a:cxn>
                </a:cxnLst>
                <a:rect l="0" t="0" r="r" b="b"/>
                <a:pathLst>
                  <a:path w="12" h="420">
                    <a:moveTo>
                      <a:pt x="0" y="0"/>
                    </a:moveTo>
                    <a:lnTo>
                      <a:pt x="0" y="420"/>
                    </a:lnTo>
                    <a:lnTo>
                      <a:pt x="12" y="420"/>
                    </a:lnTo>
                    <a:lnTo>
                      <a:pt x="12" y="0"/>
                    </a:lnTo>
                    <a:lnTo>
                      <a:pt x="0" y="0"/>
                    </a:lnTo>
                    <a:lnTo>
                      <a:pt x="0" y="0"/>
                    </a:lnTo>
                    <a:close/>
                  </a:path>
                </a:pathLst>
              </a:custGeom>
              <a:gradFill rotWithShape="0">
                <a:gsLst>
                  <a:gs pos="0">
                    <a:schemeClr val="accent2"/>
                  </a:gs>
                  <a:gs pos="50000">
                    <a:schemeClr val="hlink"/>
                  </a:gs>
                  <a:gs pos="100000">
                    <a:schemeClr val="accent2"/>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0604" name="Freeform 12">
                <a:extLst>
                  <a:ext uri="{FF2B5EF4-FFF2-40B4-BE49-F238E27FC236}">
                    <a16:creationId xmlns:a16="http://schemas.microsoft.com/office/drawing/2014/main" id="{FD02F774-7C52-4A45-BF94-E44F6B4A248F}"/>
                  </a:ext>
                </a:extLst>
              </p:cNvPr>
              <p:cNvSpPr>
                <a:spLocks/>
              </p:cNvSpPr>
              <p:nvPr/>
            </p:nvSpPr>
            <p:spPr bwMode="ltGray">
              <a:xfrm>
                <a:off x="0" y="1155"/>
                <a:ext cx="351" cy="12"/>
              </a:xfrm>
              <a:custGeom>
                <a:avLst/>
                <a:gdLst>
                  <a:gd name="T0" fmla="*/ 0 w 251"/>
                  <a:gd name="T1" fmla="*/ 0 h 12"/>
                  <a:gd name="T2" fmla="*/ 0 w 251"/>
                  <a:gd name="T3" fmla="*/ 12 h 12"/>
                  <a:gd name="T4" fmla="*/ 251 w 251"/>
                  <a:gd name="T5" fmla="*/ 12 h 12"/>
                  <a:gd name="T6" fmla="*/ 251 w 251"/>
                  <a:gd name="T7" fmla="*/ 0 h 12"/>
                  <a:gd name="T8" fmla="*/ 0 w 251"/>
                  <a:gd name="T9" fmla="*/ 0 h 12"/>
                  <a:gd name="T10" fmla="*/ 0 w 251"/>
                  <a:gd name="T11" fmla="*/ 0 h 12"/>
                </a:gdLst>
                <a:ahLst/>
                <a:cxnLst>
                  <a:cxn ang="0">
                    <a:pos x="T0" y="T1"/>
                  </a:cxn>
                  <a:cxn ang="0">
                    <a:pos x="T2" y="T3"/>
                  </a:cxn>
                  <a:cxn ang="0">
                    <a:pos x="T4" y="T5"/>
                  </a:cxn>
                  <a:cxn ang="0">
                    <a:pos x="T6" y="T7"/>
                  </a:cxn>
                  <a:cxn ang="0">
                    <a:pos x="T8" y="T9"/>
                  </a:cxn>
                  <a:cxn ang="0">
                    <a:pos x="T10" y="T11"/>
                  </a:cxn>
                </a:cxnLst>
                <a:rect l="0" t="0" r="r" b="b"/>
                <a:pathLst>
                  <a:path w="251" h="12">
                    <a:moveTo>
                      <a:pt x="0" y="0"/>
                    </a:moveTo>
                    <a:lnTo>
                      <a:pt x="0" y="12"/>
                    </a:lnTo>
                    <a:lnTo>
                      <a:pt x="251" y="12"/>
                    </a:lnTo>
                    <a:lnTo>
                      <a:pt x="251" y="0"/>
                    </a:lnTo>
                    <a:lnTo>
                      <a:pt x="0" y="0"/>
                    </a:lnTo>
                    <a:lnTo>
                      <a:pt x="0" y="0"/>
                    </a:lnTo>
                    <a:close/>
                  </a:path>
                </a:pathLst>
              </a:custGeom>
              <a:gradFill rotWithShape="0">
                <a:gsLst>
                  <a:gs pos="0">
                    <a:schemeClr val="bg2"/>
                  </a:gs>
                  <a:gs pos="100000">
                    <a:schemeClr val="accent2"/>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0605" name="Freeform 13">
                <a:extLst>
                  <a:ext uri="{FF2B5EF4-FFF2-40B4-BE49-F238E27FC236}">
                    <a16:creationId xmlns:a16="http://schemas.microsoft.com/office/drawing/2014/main" id="{FF111D13-B721-481D-AC85-676F8E77F3E8}"/>
                  </a:ext>
                </a:extLst>
              </p:cNvPr>
              <p:cNvSpPr>
                <a:spLocks/>
              </p:cNvSpPr>
              <p:nvPr/>
            </p:nvSpPr>
            <p:spPr bwMode="ltGray">
              <a:xfrm>
                <a:off x="767" y="1155"/>
                <a:ext cx="252" cy="12"/>
              </a:xfrm>
              <a:custGeom>
                <a:avLst/>
                <a:gdLst>
                  <a:gd name="T0" fmla="*/ 251 w 251"/>
                  <a:gd name="T1" fmla="*/ 0 h 12"/>
                  <a:gd name="T2" fmla="*/ 0 w 251"/>
                  <a:gd name="T3" fmla="*/ 0 h 12"/>
                  <a:gd name="T4" fmla="*/ 0 w 251"/>
                  <a:gd name="T5" fmla="*/ 12 h 12"/>
                  <a:gd name="T6" fmla="*/ 251 w 251"/>
                  <a:gd name="T7" fmla="*/ 12 h 12"/>
                  <a:gd name="T8" fmla="*/ 251 w 251"/>
                  <a:gd name="T9" fmla="*/ 0 h 12"/>
                  <a:gd name="T10" fmla="*/ 251 w 251"/>
                  <a:gd name="T11" fmla="*/ 0 h 12"/>
                </a:gdLst>
                <a:ahLst/>
                <a:cxnLst>
                  <a:cxn ang="0">
                    <a:pos x="T0" y="T1"/>
                  </a:cxn>
                  <a:cxn ang="0">
                    <a:pos x="T2" y="T3"/>
                  </a:cxn>
                  <a:cxn ang="0">
                    <a:pos x="T4" y="T5"/>
                  </a:cxn>
                  <a:cxn ang="0">
                    <a:pos x="T6" y="T7"/>
                  </a:cxn>
                  <a:cxn ang="0">
                    <a:pos x="T8" y="T9"/>
                  </a:cxn>
                  <a:cxn ang="0">
                    <a:pos x="T10" y="T11"/>
                  </a:cxn>
                </a:cxnLst>
                <a:rect l="0" t="0" r="r" b="b"/>
                <a:pathLst>
                  <a:path w="251" h="12">
                    <a:moveTo>
                      <a:pt x="251" y="0"/>
                    </a:moveTo>
                    <a:lnTo>
                      <a:pt x="0" y="0"/>
                    </a:lnTo>
                    <a:lnTo>
                      <a:pt x="0" y="12"/>
                    </a:lnTo>
                    <a:lnTo>
                      <a:pt x="251" y="12"/>
                    </a:lnTo>
                    <a:lnTo>
                      <a:pt x="251" y="0"/>
                    </a:lnTo>
                    <a:lnTo>
                      <a:pt x="251" y="0"/>
                    </a:lnTo>
                    <a:close/>
                  </a:path>
                </a:pathLst>
              </a:custGeom>
              <a:gradFill rotWithShape="0">
                <a:gsLst>
                  <a:gs pos="0">
                    <a:schemeClr val="accent2"/>
                  </a:gs>
                  <a:gs pos="100000">
                    <a:schemeClr val="bg2"/>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0606" name="Freeform 14">
                <a:extLst>
                  <a:ext uri="{FF2B5EF4-FFF2-40B4-BE49-F238E27FC236}">
                    <a16:creationId xmlns:a16="http://schemas.microsoft.com/office/drawing/2014/main" id="{444752E0-BFAB-44A5-896B-502EC00642EE}"/>
                  </a:ext>
                </a:extLst>
              </p:cNvPr>
              <p:cNvSpPr>
                <a:spLocks/>
              </p:cNvSpPr>
              <p:nvPr/>
            </p:nvSpPr>
            <p:spPr bwMode="ltGray">
              <a:xfrm>
                <a:off x="348" y="1155"/>
                <a:ext cx="419" cy="12"/>
              </a:xfrm>
              <a:custGeom>
                <a:avLst/>
                <a:gdLst>
                  <a:gd name="T0" fmla="*/ 0 w 418"/>
                  <a:gd name="T1" fmla="*/ 0 h 12"/>
                  <a:gd name="T2" fmla="*/ 0 w 418"/>
                  <a:gd name="T3" fmla="*/ 12 h 12"/>
                  <a:gd name="T4" fmla="*/ 418 w 418"/>
                  <a:gd name="T5" fmla="*/ 12 h 12"/>
                  <a:gd name="T6" fmla="*/ 418 w 418"/>
                  <a:gd name="T7" fmla="*/ 0 h 12"/>
                  <a:gd name="T8" fmla="*/ 0 w 418"/>
                  <a:gd name="T9" fmla="*/ 0 h 12"/>
                  <a:gd name="T10" fmla="*/ 0 w 418"/>
                  <a:gd name="T11" fmla="*/ 0 h 12"/>
                </a:gdLst>
                <a:ahLst/>
                <a:cxnLst>
                  <a:cxn ang="0">
                    <a:pos x="T0" y="T1"/>
                  </a:cxn>
                  <a:cxn ang="0">
                    <a:pos x="T2" y="T3"/>
                  </a:cxn>
                  <a:cxn ang="0">
                    <a:pos x="T4" y="T5"/>
                  </a:cxn>
                  <a:cxn ang="0">
                    <a:pos x="T6" y="T7"/>
                  </a:cxn>
                  <a:cxn ang="0">
                    <a:pos x="T8" y="T9"/>
                  </a:cxn>
                  <a:cxn ang="0">
                    <a:pos x="T10" y="T11"/>
                  </a:cxn>
                </a:cxnLst>
                <a:rect l="0" t="0" r="r" b="b"/>
                <a:pathLst>
                  <a:path w="418" h="12">
                    <a:moveTo>
                      <a:pt x="0" y="0"/>
                    </a:moveTo>
                    <a:lnTo>
                      <a:pt x="0" y="12"/>
                    </a:lnTo>
                    <a:lnTo>
                      <a:pt x="418" y="12"/>
                    </a:lnTo>
                    <a:lnTo>
                      <a:pt x="418" y="0"/>
                    </a:lnTo>
                    <a:lnTo>
                      <a:pt x="0" y="0"/>
                    </a:lnTo>
                    <a:lnTo>
                      <a:pt x="0" y="0"/>
                    </a:lnTo>
                    <a:close/>
                  </a:path>
                </a:pathLst>
              </a:custGeom>
              <a:gradFill rotWithShape="0">
                <a:gsLst>
                  <a:gs pos="0">
                    <a:schemeClr val="accent2"/>
                  </a:gs>
                  <a:gs pos="50000">
                    <a:schemeClr val="hlink"/>
                  </a:gs>
                  <a:gs pos="100000">
                    <a:schemeClr val="accent2"/>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sp>
        <p:nvSpPr>
          <p:cNvPr id="110607" name="Rectangle 15">
            <a:extLst>
              <a:ext uri="{FF2B5EF4-FFF2-40B4-BE49-F238E27FC236}">
                <a16:creationId xmlns:a16="http://schemas.microsoft.com/office/drawing/2014/main" id="{E495B169-689F-43F2-8338-A94EFA41C2D5}"/>
              </a:ext>
            </a:extLst>
          </p:cNvPr>
          <p:cNvSpPr>
            <a:spLocks noGrp="1" noChangeArrowheads="1"/>
          </p:cNvSpPr>
          <p:nvPr>
            <p:ph type="title"/>
          </p:nvPr>
        </p:nvSpPr>
        <p:spPr bwMode="auto">
          <a:xfrm>
            <a:off x="1066800" y="304800"/>
            <a:ext cx="7543800" cy="1431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10608" name="Rectangle 16">
            <a:extLst>
              <a:ext uri="{FF2B5EF4-FFF2-40B4-BE49-F238E27FC236}">
                <a16:creationId xmlns:a16="http://schemas.microsoft.com/office/drawing/2014/main" id="{BC872408-6AF2-41EB-961D-FF2BB4EE7F08}"/>
              </a:ext>
            </a:extLst>
          </p:cNvPr>
          <p:cNvSpPr>
            <a:spLocks noGrp="1" noChangeArrowheads="1"/>
          </p:cNvSpPr>
          <p:nvPr>
            <p:ph type="body" idx="1"/>
          </p:nvPr>
        </p:nvSpPr>
        <p:spPr bwMode="auto">
          <a:xfrm>
            <a:off x="1066800" y="1981200"/>
            <a:ext cx="75438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10609" name="Rectangle 17">
            <a:extLst>
              <a:ext uri="{FF2B5EF4-FFF2-40B4-BE49-F238E27FC236}">
                <a16:creationId xmlns:a16="http://schemas.microsoft.com/office/drawing/2014/main" id="{41036837-D031-417A-B65B-8DA29EB31212}"/>
              </a:ext>
            </a:extLst>
          </p:cNvPr>
          <p:cNvSpPr>
            <a:spLocks noGrp="1" noChangeArrowheads="1"/>
          </p:cNvSpPr>
          <p:nvPr>
            <p:ph type="dt" sz="half" idx="2"/>
          </p:nvPr>
        </p:nvSpPr>
        <p:spPr bwMode="auto">
          <a:xfrm>
            <a:off x="1066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000">
                <a:effectLst>
                  <a:outerShdw blurRad="38100" dist="38100" dir="2700000" algn="tl">
                    <a:srgbClr val="000000"/>
                  </a:outerShdw>
                </a:effectLst>
              </a:defRPr>
            </a:lvl1pPr>
          </a:lstStyle>
          <a:p>
            <a:endParaRPr lang="en-US" altLang="en-US"/>
          </a:p>
        </p:txBody>
      </p:sp>
      <p:sp>
        <p:nvSpPr>
          <p:cNvPr id="110610" name="Rectangle 18">
            <a:extLst>
              <a:ext uri="{FF2B5EF4-FFF2-40B4-BE49-F238E27FC236}">
                <a16:creationId xmlns:a16="http://schemas.microsoft.com/office/drawing/2014/main" id="{3FD0E046-89AC-483C-9EA4-AEDF23C90450}"/>
              </a:ext>
            </a:extLst>
          </p:cNvPr>
          <p:cNvSpPr>
            <a:spLocks noGrp="1" noChangeArrowheads="1"/>
          </p:cNvSpPr>
          <p:nvPr>
            <p:ph type="ftr" sz="quarter" idx="3"/>
          </p:nvPr>
        </p:nvSpPr>
        <p:spPr bwMode="auto">
          <a:xfrm>
            <a:off x="34290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000">
                <a:effectLst>
                  <a:outerShdw blurRad="38100" dist="38100" dir="2700000" algn="tl">
                    <a:srgbClr val="000000"/>
                  </a:outerShdw>
                </a:effectLst>
              </a:defRPr>
            </a:lvl1pPr>
          </a:lstStyle>
          <a:p>
            <a:endParaRPr lang="en-US" altLang="en-US"/>
          </a:p>
        </p:txBody>
      </p:sp>
      <p:sp>
        <p:nvSpPr>
          <p:cNvPr id="110611" name="Rectangle 19">
            <a:extLst>
              <a:ext uri="{FF2B5EF4-FFF2-40B4-BE49-F238E27FC236}">
                <a16:creationId xmlns:a16="http://schemas.microsoft.com/office/drawing/2014/main" id="{A1BE9D97-8C7E-46E2-8B11-8B5D02412578}"/>
              </a:ext>
            </a:extLst>
          </p:cNvPr>
          <p:cNvSpPr>
            <a:spLocks noGrp="1" noChangeArrowheads="1"/>
          </p:cNvSpPr>
          <p:nvPr>
            <p:ph type="sldNum" sz="quarter" idx="4"/>
          </p:nvPr>
        </p:nvSpPr>
        <p:spPr bwMode="auto">
          <a:xfrm>
            <a:off x="67056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000">
                <a:effectLst>
                  <a:outerShdw blurRad="38100" dist="38100" dir="2700000" algn="tl">
                    <a:srgbClr val="000000"/>
                  </a:outerShdw>
                </a:effectLst>
              </a:defRPr>
            </a:lvl1pPr>
          </a:lstStyle>
          <a:p>
            <a:fld id="{634398F3-754D-4843-A60A-FB769FA5DC84}" type="slidenum">
              <a:rPr lang="en-US" altLang="en-US"/>
              <a:pPr/>
              <a:t>‹#›</a:t>
            </a:fld>
            <a:endParaRPr lang="en-US" altLang="en-US"/>
          </a:p>
        </p:txBody>
      </p:sp>
    </p:spTree>
  </p:cSld>
  <p:clrMap bg1="dk2" tx1="lt1" bg2="dk1" tx2="lt2" accent1="accent1" accent2="accent2" accent3="accent3" accent4="accent4" accent5="accent5" accent6="accent6" hlink="hlink" folHlink="folHlink"/>
  <p:sldLayoutIdLst>
    <p:sldLayoutId id="2147483700" r:id="rId1"/>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 id="2147483711" r:id="rId12"/>
    <p:sldLayoutId id="2147483712" r:id="rId13"/>
    <p:sldLayoutId id="2147483713" r:id="rId14"/>
  </p:sldLayoutIdLst>
  <p:txStyles>
    <p:titleStyle>
      <a:lvl1pPr algn="l" rtl="0" fontAlgn="base">
        <a:spcBef>
          <a:spcPct val="0"/>
        </a:spcBef>
        <a:spcAft>
          <a:spcPct val="0"/>
        </a:spcAft>
        <a:defRPr sz="4400" b="1" kern="1200">
          <a:solidFill>
            <a:schemeClr val="tx2"/>
          </a:solidFill>
          <a:effectLst>
            <a:outerShdw blurRad="38100" dist="38100" dir="2700000" algn="tl">
              <a:srgbClr val="000000"/>
            </a:outerShdw>
          </a:effectLst>
          <a:latin typeface="+mj-lt"/>
          <a:ea typeface="+mj-ea"/>
          <a:cs typeface="+mj-cs"/>
        </a:defRPr>
      </a:lvl1pPr>
      <a:lvl2pPr algn="l" rtl="0" fontAlgn="base">
        <a:spcBef>
          <a:spcPct val="0"/>
        </a:spcBef>
        <a:spcAft>
          <a:spcPct val="0"/>
        </a:spcAft>
        <a:defRPr sz="4400" b="1">
          <a:solidFill>
            <a:schemeClr val="tx2"/>
          </a:solidFill>
          <a:effectLst>
            <a:outerShdw blurRad="38100" dist="38100" dir="2700000" algn="tl">
              <a:srgbClr val="000000"/>
            </a:outerShdw>
          </a:effectLst>
          <a:latin typeface="Tahoma" panose="020B0604030504040204" pitchFamily="34" charset="0"/>
          <a:cs typeface="Arial" panose="020B0604020202020204" pitchFamily="34" charset="0"/>
        </a:defRPr>
      </a:lvl2pPr>
      <a:lvl3pPr algn="l" rtl="0" fontAlgn="base">
        <a:spcBef>
          <a:spcPct val="0"/>
        </a:spcBef>
        <a:spcAft>
          <a:spcPct val="0"/>
        </a:spcAft>
        <a:defRPr sz="4400" b="1">
          <a:solidFill>
            <a:schemeClr val="tx2"/>
          </a:solidFill>
          <a:effectLst>
            <a:outerShdw blurRad="38100" dist="38100" dir="2700000" algn="tl">
              <a:srgbClr val="000000"/>
            </a:outerShdw>
          </a:effectLst>
          <a:latin typeface="Tahoma" panose="020B0604030504040204" pitchFamily="34" charset="0"/>
          <a:cs typeface="Arial" panose="020B0604020202020204" pitchFamily="34" charset="0"/>
        </a:defRPr>
      </a:lvl3pPr>
      <a:lvl4pPr algn="l" rtl="0" fontAlgn="base">
        <a:spcBef>
          <a:spcPct val="0"/>
        </a:spcBef>
        <a:spcAft>
          <a:spcPct val="0"/>
        </a:spcAft>
        <a:defRPr sz="4400" b="1">
          <a:solidFill>
            <a:schemeClr val="tx2"/>
          </a:solidFill>
          <a:effectLst>
            <a:outerShdw blurRad="38100" dist="38100" dir="2700000" algn="tl">
              <a:srgbClr val="000000"/>
            </a:outerShdw>
          </a:effectLst>
          <a:latin typeface="Tahoma" panose="020B0604030504040204" pitchFamily="34" charset="0"/>
          <a:cs typeface="Arial" panose="020B0604020202020204" pitchFamily="34" charset="0"/>
        </a:defRPr>
      </a:lvl4pPr>
      <a:lvl5pPr algn="l" rtl="0" fontAlgn="base">
        <a:spcBef>
          <a:spcPct val="0"/>
        </a:spcBef>
        <a:spcAft>
          <a:spcPct val="0"/>
        </a:spcAft>
        <a:defRPr sz="4400" b="1">
          <a:solidFill>
            <a:schemeClr val="tx2"/>
          </a:solidFill>
          <a:effectLst>
            <a:outerShdw blurRad="38100" dist="38100" dir="2700000" algn="tl">
              <a:srgbClr val="000000"/>
            </a:outerShdw>
          </a:effectLst>
          <a:latin typeface="Tahoma" panose="020B0604030504040204" pitchFamily="34" charset="0"/>
          <a:cs typeface="Arial" panose="020B0604020202020204" pitchFamily="34" charset="0"/>
        </a:defRPr>
      </a:lvl5pPr>
      <a:lvl6pPr marL="457200" algn="l" rtl="0" fontAlgn="base">
        <a:spcBef>
          <a:spcPct val="0"/>
        </a:spcBef>
        <a:spcAft>
          <a:spcPct val="0"/>
        </a:spcAft>
        <a:defRPr sz="4400" b="1">
          <a:solidFill>
            <a:schemeClr val="tx2"/>
          </a:solidFill>
          <a:effectLst>
            <a:outerShdw blurRad="38100" dist="38100" dir="2700000" algn="tl">
              <a:srgbClr val="000000"/>
            </a:outerShdw>
          </a:effectLst>
          <a:latin typeface="Tahoma" panose="020B0604030504040204" pitchFamily="34" charset="0"/>
          <a:cs typeface="Arial" panose="020B0604020202020204" pitchFamily="34" charset="0"/>
        </a:defRPr>
      </a:lvl6pPr>
      <a:lvl7pPr marL="914400" algn="l" rtl="0" fontAlgn="base">
        <a:spcBef>
          <a:spcPct val="0"/>
        </a:spcBef>
        <a:spcAft>
          <a:spcPct val="0"/>
        </a:spcAft>
        <a:defRPr sz="4400" b="1">
          <a:solidFill>
            <a:schemeClr val="tx2"/>
          </a:solidFill>
          <a:effectLst>
            <a:outerShdw blurRad="38100" dist="38100" dir="2700000" algn="tl">
              <a:srgbClr val="000000"/>
            </a:outerShdw>
          </a:effectLst>
          <a:latin typeface="Tahoma" panose="020B0604030504040204" pitchFamily="34" charset="0"/>
          <a:cs typeface="Arial" panose="020B0604020202020204" pitchFamily="34" charset="0"/>
        </a:defRPr>
      </a:lvl7pPr>
      <a:lvl8pPr marL="1371600" algn="l" rtl="0" fontAlgn="base">
        <a:spcBef>
          <a:spcPct val="0"/>
        </a:spcBef>
        <a:spcAft>
          <a:spcPct val="0"/>
        </a:spcAft>
        <a:defRPr sz="4400" b="1">
          <a:solidFill>
            <a:schemeClr val="tx2"/>
          </a:solidFill>
          <a:effectLst>
            <a:outerShdw blurRad="38100" dist="38100" dir="2700000" algn="tl">
              <a:srgbClr val="000000"/>
            </a:outerShdw>
          </a:effectLst>
          <a:latin typeface="Tahoma" panose="020B0604030504040204" pitchFamily="34" charset="0"/>
          <a:cs typeface="Arial" panose="020B0604020202020204" pitchFamily="34" charset="0"/>
        </a:defRPr>
      </a:lvl8pPr>
      <a:lvl9pPr marL="1828800" algn="l" rtl="0" fontAlgn="base">
        <a:spcBef>
          <a:spcPct val="0"/>
        </a:spcBef>
        <a:spcAft>
          <a:spcPct val="0"/>
        </a:spcAft>
        <a:defRPr sz="4400" b="1">
          <a:solidFill>
            <a:schemeClr val="tx2"/>
          </a:solidFill>
          <a:effectLst>
            <a:outerShdw blurRad="38100" dist="38100" dir="2700000" algn="tl">
              <a:srgbClr val="000000"/>
            </a:outerShdw>
          </a:effectLst>
          <a:latin typeface="Tahoma" panose="020B0604030504040204" pitchFamily="34" charset="0"/>
          <a:cs typeface="Arial" panose="020B0604020202020204" pitchFamily="34" charset="0"/>
        </a:defRPr>
      </a:lvl9pPr>
    </p:titleStyle>
    <p:bodyStyle>
      <a:lvl1pPr marL="342900" indent="-342900" algn="l" rtl="0" fontAlgn="base">
        <a:spcBef>
          <a:spcPct val="20000"/>
        </a:spcBef>
        <a:spcAft>
          <a:spcPct val="0"/>
        </a:spcAft>
        <a:buClr>
          <a:schemeClr val="hlink"/>
        </a:buClr>
        <a:buSzPct val="70000"/>
        <a:buFont typeface="Wingdings" panose="05000000000000000000" pitchFamily="2" charset="2"/>
        <a:buChar char="n"/>
        <a:defRPr sz="3200" kern="1200">
          <a:solidFill>
            <a:schemeClr val="tx1"/>
          </a:solidFill>
          <a:effectLst>
            <a:outerShdw blurRad="38100" dist="38100" dir="2700000" algn="tl">
              <a:srgbClr val="000000"/>
            </a:outerShdw>
          </a:effectLst>
          <a:latin typeface="+mn-lt"/>
          <a:ea typeface="+mn-ea"/>
          <a:cs typeface="+mn-cs"/>
        </a:defRPr>
      </a:lvl1pPr>
      <a:lvl2pPr marL="742950" indent="-285750" algn="l" rtl="0" fontAlgn="base">
        <a:spcBef>
          <a:spcPct val="20000"/>
        </a:spcBef>
        <a:spcAft>
          <a:spcPct val="0"/>
        </a:spcAft>
        <a:buClr>
          <a:schemeClr val="tx1"/>
        </a:buClr>
        <a:buChar char="–"/>
        <a:defRPr sz="2800" kern="1200">
          <a:solidFill>
            <a:schemeClr val="tx1"/>
          </a:solidFill>
          <a:effectLst>
            <a:outerShdw blurRad="38100" dist="38100" dir="2700000" algn="tl">
              <a:srgbClr val="000000"/>
            </a:outerShdw>
          </a:effectLst>
          <a:latin typeface="+mn-lt"/>
          <a:ea typeface="+mn-ea"/>
          <a:cs typeface="+mn-cs"/>
        </a:defRPr>
      </a:lvl2pPr>
      <a:lvl3pPr marL="1143000" indent="-228600" algn="l" rtl="0" fontAlgn="base">
        <a:spcBef>
          <a:spcPct val="20000"/>
        </a:spcBef>
        <a:spcAft>
          <a:spcPct val="0"/>
        </a:spcAft>
        <a:buClr>
          <a:schemeClr val="hlink"/>
        </a:buClr>
        <a:buSzPct val="70000"/>
        <a:buFont typeface="Wingdings" panose="05000000000000000000" pitchFamily="2" charset="2"/>
        <a:buChar char="n"/>
        <a:defRPr sz="2400" kern="1200">
          <a:solidFill>
            <a:schemeClr val="tx1"/>
          </a:solidFill>
          <a:effectLst>
            <a:outerShdw blurRad="38100" dist="38100" dir="2700000" algn="tl">
              <a:srgbClr val="000000"/>
            </a:outerShdw>
          </a:effectLst>
          <a:latin typeface="+mn-lt"/>
          <a:ea typeface="+mn-ea"/>
          <a:cs typeface="+mn-cs"/>
        </a:defRPr>
      </a:lvl3pPr>
      <a:lvl4pPr marL="1600200" indent="-228600" algn="l" rtl="0" fontAlgn="base">
        <a:spcBef>
          <a:spcPct val="20000"/>
        </a:spcBef>
        <a:spcAft>
          <a:spcPct val="0"/>
        </a:spcAft>
        <a:buClr>
          <a:schemeClr val="tx1"/>
        </a:buClr>
        <a:buChar char="–"/>
        <a:defRPr sz="2000" kern="1200">
          <a:solidFill>
            <a:schemeClr val="tx1"/>
          </a:solidFill>
          <a:effectLst>
            <a:outerShdw blurRad="38100" dist="38100" dir="2700000" algn="tl">
              <a:srgbClr val="000000"/>
            </a:outerShdw>
          </a:effectLst>
          <a:latin typeface="+mn-lt"/>
          <a:ea typeface="+mn-ea"/>
          <a:cs typeface="+mn-cs"/>
        </a:defRPr>
      </a:lvl4pPr>
      <a:lvl5pPr marL="2057400" indent="-228600" algn="l" rtl="0" fontAlgn="base">
        <a:spcBef>
          <a:spcPct val="20000"/>
        </a:spcBef>
        <a:spcAft>
          <a:spcPct val="0"/>
        </a:spcAft>
        <a:buClr>
          <a:schemeClr val="hlink"/>
        </a:buClr>
        <a:buSzPct val="70000"/>
        <a:buFont typeface="Wingdings" panose="05000000000000000000" pitchFamily="2" charset="2"/>
        <a:buChar char="n"/>
        <a:defRPr sz="2000" kern="1200">
          <a:solidFill>
            <a:schemeClr val="tx1"/>
          </a:solidFill>
          <a:effectLst>
            <a:outerShdw blurRad="38100" dist="38100" dir="2700000" algn="tl">
              <a:srgbClr val="000000"/>
            </a:outerShdw>
          </a:effectLst>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oleObject" Target="../embeddings/oleObject1.bin"/><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oleObject" Target="../embeddings/oleObject2.bin"/><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oleObject" Target="../embeddings/oleObject3.bin"/><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oleObject" Target="../embeddings/oleObject4.bin"/><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2">
            <a:extLst>
              <a:ext uri="{FF2B5EF4-FFF2-40B4-BE49-F238E27FC236}">
                <a16:creationId xmlns:a16="http://schemas.microsoft.com/office/drawing/2014/main" id="{D27A4FB4-2E9D-4A84-910C-FC537466D6B7}"/>
              </a:ext>
            </a:extLst>
          </p:cNvPr>
          <p:cNvSpPr>
            <a:spLocks noGrp="1" noChangeArrowheads="1"/>
          </p:cNvSpPr>
          <p:nvPr>
            <p:ph type="ctrTitle"/>
          </p:nvPr>
        </p:nvSpPr>
        <p:spPr/>
        <p:txBody>
          <a:bodyPr/>
          <a:lstStyle/>
          <a:p>
            <a:r>
              <a:rPr lang="en-US" altLang="en-US"/>
              <a:t>INP image format</a:t>
            </a:r>
          </a:p>
        </p:txBody>
      </p:sp>
      <p:sp>
        <p:nvSpPr>
          <p:cNvPr id="132099" name="Rectangle 3">
            <a:extLst>
              <a:ext uri="{FF2B5EF4-FFF2-40B4-BE49-F238E27FC236}">
                <a16:creationId xmlns:a16="http://schemas.microsoft.com/office/drawing/2014/main" id="{D6E9221B-A3EC-43DE-81C1-3669C74450D6}"/>
              </a:ext>
            </a:extLst>
          </p:cNvPr>
          <p:cNvSpPr>
            <a:spLocks noGrp="1" noChangeArrowheads="1"/>
          </p:cNvSpPr>
          <p:nvPr>
            <p:ph type="subTitle" idx="1"/>
          </p:nvPr>
        </p:nvSpPr>
        <p:spPr/>
        <p:txBody>
          <a:bodyPr/>
          <a:lstStyle/>
          <a:p>
            <a:r>
              <a:rPr lang="en-US" altLang="en-US"/>
              <a:t>By Marco Esquandolas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2">
            <a:extLst>
              <a:ext uri="{FF2B5EF4-FFF2-40B4-BE49-F238E27FC236}">
                <a16:creationId xmlns:a16="http://schemas.microsoft.com/office/drawing/2014/main" id="{39462E52-86A5-43A9-9387-5E58E9D210E3}"/>
              </a:ext>
            </a:extLst>
          </p:cNvPr>
          <p:cNvSpPr>
            <a:spLocks noGrp="1" noChangeArrowheads="1"/>
          </p:cNvSpPr>
          <p:nvPr>
            <p:ph type="title"/>
          </p:nvPr>
        </p:nvSpPr>
        <p:spPr/>
        <p:txBody>
          <a:bodyPr/>
          <a:lstStyle/>
          <a:p>
            <a:r>
              <a:rPr lang="en-US" altLang="en-US"/>
              <a:t>What is it?</a:t>
            </a:r>
          </a:p>
        </p:txBody>
      </p:sp>
      <p:sp>
        <p:nvSpPr>
          <p:cNvPr id="133123" name="Rectangle 3">
            <a:extLst>
              <a:ext uri="{FF2B5EF4-FFF2-40B4-BE49-F238E27FC236}">
                <a16:creationId xmlns:a16="http://schemas.microsoft.com/office/drawing/2014/main" id="{C148A21C-73DA-4ECE-AF42-1816751CEB49}"/>
              </a:ext>
            </a:extLst>
          </p:cNvPr>
          <p:cNvSpPr>
            <a:spLocks noGrp="1" noChangeArrowheads="1"/>
          </p:cNvSpPr>
          <p:nvPr>
            <p:ph type="body" idx="1"/>
          </p:nvPr>
        </p:nvSpPr>
        <p:spPr/>
        <p:txBody>
          <a:bodyPr/>
          <a:lstStyle/>
          <a:p>
            <a:r>
              <a:rPr lang="en-US" altLang="en-US" sz="4000"/>
              <a:t>The INP image format is a new way to store image data within a simple INI file. </a:t>
            </a:r>
          </a:p>
          <a:p>
            <a:r>
              <a:rPr lang="en-US" altLang="en-US" sz="4000"/>
              <a:t>In non-technical words, it uses text to store images.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2">
            <a:extLst>
              <a:ext uri="{FF2B5EF4-FFF2-40B4-BE49-F238E27FC236}">
                <a16:creationId xmlns:a16="http://schemas.microsoft.com/office/drawing/2014/main" id="{6D68C992-6E61-4A61-9E19-E95747557BA6}"/>
              </a:ext>
            </a:extLst>
          </p:cNvPr>
          <p:cNvSpPr>
            <a:spLocks noGrp="1" noChangeArrowheads="1"/>
          </p:cNvSpPr>
          <p:nvPr>
            <p:ph type="title"/>
          </p:nvPr>
        </p:nvSpPr>
        <p:spPr/>
        <p:txBody>
          <a:bodyPr/>
          <a:lstStyle/>
          <a:p>
            <a:r>
              <a:rPr lang="en-US" altLang="en-US"/>
              <a:t>How does it work?</a:t>
            </a:r>
          </a:p>
        </p:txBody>
      </p:sp>
      <p:sp>
        <p:nvSpPr>
          <p:cNvPr id="146436" name="Text Box 4">
            <a:extLst>
              <a:ext uri="{FF2B5EF4-FFF2-40B4-BE49-F238E27FC236}">
                <a16:creationId xmlns:a16="http://schemas.microsoft.com/office/drawing/2014/main" id="{CDE3D0A1-5F82-45A3-AE79-DB54261B4C98}"/>
              </a:ext>
            </a:extLst>
          </p:cNvPr>
          <p:cNvSpPr txBox="1">
            <a:spLocks noChangeArrowheads="1"/>
          </p:cNvSpPr>
          <p:nvPr/>
        </p:nvSpPr>
        <p:spPr bwMode="auto">
          <a:xfrm>
            <a:off x="914400" y="1828800"/>
            <a:ext cx="8229600" cy="4760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a:effectLst>
                  <a:outerShdw blurRad="38100" dist="38100" dir="2700000" algn="tl">
                    <a:srgbClr val="000000"/>
                  </a:outerShdw>
                </a:effectLst>
              </a:rPr>
              <a:t>INP files work on the same principle as INI files, but with a few changes, like for one, it doesn’t support spaces or comments in the files themselves.</a:t>
            </a:r>
          </a:p>
          <a:p>
            <a:endParaRPr lang="en-US" altLang="en-US">
              <a:effectLst>
                <a:outerShdw blurRad="38100" dist="38100" dir="2700000" algn="tl">
                  <a:srgbClr val="000000"/>
                </a:outerShdw>
              </a:effectLst>
            </a:endParaRPr>
          </a:p>
          <a:p>
            <a:r>
              <a:rPr lang="en-US" altLang="en-US"/>
              <a:t>A normal INP file is split into 2 sections, a “General” section and a “Picture” section. Inside of the General section, there is data relating to the width and height of the picture in pixels, and the amount of colors it has. By default, the amount of colors is set to 24-bit color. You can optionally set things like the background color and if there is alpha in the color data, and less technical things like strings denoting the name of the picture/artwork, a note for the picture, the creator of the image/picture/artwork, the date of when the image/picture/artwork was created, and the location of where the picture was taken.</a:t>
            </a:r>
          </a:p>
          <a:p>
            <a:endParaRPr lang="en-US" altLang="en-US"/>
          </a:p>
          <a:p>
            <a:r>
              <a:rPr lang="en-US" altLang="en-US"/>
              <a:t>Inside of the Picture section, it is laid out in the form of “x{coordinate}y{coordinate}={HEX COLOR}”. Having hex color instead of raw RGB value increases simplicity by not having to parse 3 different colors, and only 1 string that has the information for all 3 colors.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2">
            <a:extLst>
              <a:ext uri="{FF2B5EF4-FFF2-40B4-BE49-F238E27FC236}">
                <a16:creationId xmlns:a16="http://schemas.microsoft.com/office/drawing/2014/main" id="{B8B6D70F-2E41-42F9-8A2A-133336745231}"/>
              </a:ext>
            </a:extLst>
          </p:cNvPr>
          <p:cNvSpPr>
            <a:spLocks noGrp="1" noChangeArrowheads="1"/>
          </p:cNvSpPr>
          <p:nvPr>
            <p:ph type="title"/>
          </p:nvPr>
        </p:nvSpPr>
        <p:spPr/>
        <p:txBody>
          <a:bodyPr/>
          <a:lstStyle/>
          <a:p>
            <a:r>
              <a:rPr lang="en-US" altLang="en-US"/>
              <a:t>How does it work? cont.</a:t>
            </a:r>
          </a:p>
        </p:txBody>
      </p:sp>
      <p:sp>
        <p:nvSpPr>
          <p:cNvPr id="147460" name="Text Box 4">
            <a:extLst>
              <a:ext uri="{FF2B5EF4-FFF2-40B4-BE49-F238E27FC236}">
                <a16:creationId xmlns:a16="http://schemas.microsoft.com/office/drawing/2014/main" id="{341517F3-25C9-4CB0-8295-167AF1BB30BC}"/>
              </a:ext>
            </a:extLst>
          </p:cNvPr>
          <p:cNvSpPr txBox="1">
            <a:spLocks noChangeArrowheads="1"/>
          </p:cNvSpPr>
          <p:nvPr/>
        </p:nvSpPr>
        <p:spPr bwMode="auto">
          <a:xfrm>
            <a:off x="914400" y="1828800"/>
            <a:ext cx="8229600" cy="5035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a:t>The first amendment to the INP spec was released later the same day it was written. It specifies such things as color depth in images.</a:t>
            </a:r>
          </a:p>
          <a:p>
            <a:endParaRPr lang="en-US" altLang="en-US"/>
          </a:p>
          <a:p>
            <a:r>
              <a:rPr lang="en-US" altLang="en-US"/>
              <a:t>It adds a new value to the General section, “colors”, which lets you choose between the default 24-bit color, 256-color and 16-color, along with 256 grays, 16 grays, and 2 color black and white.</a:t>
            </a:r>
          </a:p>
          <a:p>
            <a:endParaRPr lang="en-US" altLang="en-US"/>
          </a:p>
          <a:p>
            <a:r>
              <a:rPr lang="en-US" altLang="en-US"/>
              <a:t>If 256-color or 16-colors is specified, it opens up a new section, “Palette”, which lets you define the colors that get used in the picture. It takes either values from c1 to c255 for 256-color, and c1 to c16 for 16-colors. These variables take the input of the hexadecimal colors to be used.</a:t>
            </a:r>
          </a:p>
          <a:p>
            <a:endParaRPr lang="en-US" altLang="en-US"/>
          </a:p>
          <a:p>
            <a:r>
              <a:rPr lang="en-US" altLang="en-US"/>
              <a:t>Within the Picture section of the palletized picture, instead of the coordinates taking a hex color, it takes values from 0 to 256 for 256 color or 0 to 16 for 16 color.</a:t>
            </a:r>
          </a:p>
          <a:p>
            <a:endParaRPr lang="en-US" altLang="en-US"/>
          </a:p>
          <a:p>
            <a:r>
              <a:rPr lang="en-US" altLang="en-US"/>
              <a:t>This helps cut down on low-color images, since all the colors are defined once to a smaller value, then it uses that smaller value instead.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2">
            <a:extLst>
              <a:ext uri="{FF2B5EF4-FFF2-40B4-BE49-F238E27FC236}">
                <a16:creationId xmlns:a16="http://schemas.microsoft.com/office/drawing/2014/main" id="{E16D45B4-E730-41CA-B5F6-640027318A74}"/>
              </a:ext>
            </a:extLst>
          </p:cNvPr>
          <p:cNvSpPr>
            <a:spLocks noGrp="1" noChangeArrowheads="1"/>
          </p:cNvSpPr>
          <p:nvPr>
            <p:ph type="title"/>
          </p:nvPr>
        </p:nvSpPr>
        <p:spPr/>
        <p:txBody>
          <a:bodyPr/>
          <a:lstStyle/>
          <a:p>
            <a:r>
              <a:rPr lang="en-US" altLang="en-US" sz="4000"/>
              <a:t>Who are your competitors?</a:t>
            </a:r>
          </a:p>
        </p:txBody>
      </p:sp>
      <p:sp>
        <p:nvSpPr>
          <p:cNvPr id="134147" name="Rectangle 3">
            <a:extLst>
              <a:ext uri="{FF2B5EF4-FFF2-40B4-BE49-F238E27FC236}">
                <a16:creationId xmlns:a16="http://schemas.microsoft.com/office/drawing/2014/main" id="{996269C5-1533-4DFB-BF57-9EF899049C02}"/>
              </a:ext>
            </a:extLst>
          </p:cNvPr>
          <p:cNvSpPr>
            <a:spLocks noGrp="1" noChangeArrowheads="1"/>
          </p:cNvSpPr>
          <p:nvPr>
            <p:ph type="body" idx="1"/>
          </p:nvPr>
        </p:nvSpPr>
        <p:spPr/>
        <p:txBody>
          <a:bodyPr/>
          <a:lstStyle/>
          <a:p>
            <a:r>
              <a:rPr lang="en-US" altLang="en-US" sz="3600"/>
              <a:t>XPM (X PixMap)</a:t>
            </a:r>
          </a:p>
          <a:p>
            <a:r>
              <a:rPr lang="en-US" altLang="en-US" sz="3600"/>
              <a:t>PPM (Portable PixMap)</a:t>
            </a:r>
          </a:p>
          <a:p>
            <a:r>
              <a:rPr lang="en-US" altLang="en-US" sz="3600"/>
              <a:t>PNG (Portable Network Graphics)</a:t>
            </a:r>
          </a:p>
          <a:p>
            <a:r>
              <a:rPr lang="en-US" altLang="en-US" sz="3600"/>
              <a:t>BMP (BitMap)</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2">
            <a:extLst>
              <a:ext uri="{FF2B5EF4-FFF2-40B4-BE49-F238E27FC236}">
                <a16:creationId xmlns:a16="http://schemas.microsoft.com/office/drawing/2014/main" id="{18D323FE-88B7-4679-A495-E317BDF3904C}"/>
              </a:ext>
            </a:extLst>
          </p:cNvPr>
          <p:cNvSpPr>
            <a:spLocks noGrp="1" noChangeArrowheads="1"/>
          </p:cNvSpPr>
          <p:nvPr>
            <p:ph type="title"/>
          </p:nvPr>
        </p:nvSpPr>
        <p:spPr/>
        <p:txBody>
          <a:bodyPr/>
          <a:lstStyle/>
          <a:p>
            <a:r>
              <a:rPr lang="en-US" altLang="en-US"/>
              <a:t>What are some advantages of INP?</a:t>
            </a:r>
          </a:p>
        </p:txBody>
      </p:sp>
      <p:sp>
        <p:nvSpPr>
          <p:cNvPr id="135171" name="Rectangle 3">
            <a:extLst>
              <a:ext uri="{FF2B5EF4-FFF2-40B4-BE49-F238E27FC236}">
                <a16:creationId xmlns:a16="http://schemas.microsoft.com/office/drawing/2014/main" id="{D628DCBA-2E59-439C-8FEC-E0B847DD7210}"/>
              </a:ext>
            </a:extLst>
          </p:cNvPr>
          <p:cNvSpPr>
            <a:spLocks noGrp="1" noChangeArrowheads="1"/>
          </p:cNvSpPr>
          <p:nvPr>
            <p:ph type="body" idx="1"/>
          </p:nvPr>
        </p:nvSpPr>
        <p:spPr/>
        <p:txBody>
          <a:bodyPr/>
          <a:lstStyle/>
          <a:p>
            <a:r>
              <a:rPr lang="en-US" altLang="en-US" sz="3600"/>
              <a:t>INP files are very simple and well-documented to create and view.</a:t>
            </a:r>
          </a:p>
          <a:p>
            <a:r>
              <a:rPr lang="en-US" altLang="en-US" sz="3600"/>
              <a:t>Simplicity comes #1: Based on INI files, but without spaces or comments</a:t>
            </a:r>
          </a:p>
          <a:p>
            <a:r>
              <a:rPr lang="en-US" altLang="en-US" sz="3600"/>
              <a:t>Don’t need any external libraries to implement</a:t>
            </a:r>
          </a:p>
          <a:p>
            <a:r>
              <a:rPr lang="en-US" altLang="en-US" sz="3600"/>
              <a:t>24-bit color</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2">
            <a:extLst>
              <a:ext uri="{FF2B5EF4-FFF2-40B4-BE49-F238E27FC236}">
                <a16:creationId xmlns:a16="http://schemas.microsoft.com/office/drawing/2014/main" id="{5E4E7F70-4E80-4A73-9606-5F1FA3973BBF}"/>
              </a:ext>
            </a:extLst>
          </p:cNvPr>
          <p:cNvSpPr>
            <a:spLocks noGrp="1" noChangeArrowheads="1"/>
          </p:cNvSpPr>
          <p:nvPr>
            <p:ph type="title"/>
          </p:nvPr>
        </p:nvSpPr>
        <p:spPr/>
        <p:txBody>
          <a:bodyPr/>
          <a:lstStyle/>
          <a:p>
            <a:r>
              <a:rPr lang="en-US" altLang="en-US"/>
              <a:t>What are some disadvantages of INP?</a:t>
            </a:r>
          </a:p>
        </p:txBody>
      </p:sp>
      <p:sp>
        <p:nvSpPr>
          <p:cNvPr id="136195" name="Rectangle 3">
            <a:extLst>
              <a:ext uri="{FF2B5EF4-FFF2-40B4-BE49-F238E27FC236}">
                <a16:creationId xmlns:a16="http://schemas.microsoft.com/office/drawing/2014/main" id="{2B00732C-B464-4312-9A67-64D41542D083}"/>
              </a:ext>
            </a:extLst>
          </p:cNvPr>
          <p:cNvSpPr>
            <a:spLocks noGrp="1" noChangeArrowheads="1"/>
          </p:cNvSpPr>
          <p:nvPr>
            <p:ph type="body" idx="1"/>
          </p:nvPr>
        </p:nvSpPr>
        <p:spPr/>
        <p:txBody>
          <a:bodyPr/>
          <a:lstStyle/>
          <a:p>
            <a:r>
              <a:rPr lang="en-US" altLang="en-US" sz="4000"/>
              <a:t>No built-in compression (can be compressed with bzip2 or xz)</a:t>
            </a:r>
          </a:p>
          <a:p>
            <a:r>
              <a:rPr lang="en-US" altLang="en-US" sz="4000"/>
              <a:t>Very niche image format, not supported by anything.</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20" name="Rectangle 4">
            <a:extLst>
              <a:ext uri="{FF2B5EF4-FFF2-40B4-BE49-F238E27FC236}">
                <a16:creationId xmlns:a16="http://schemas.microsoft.com/office/drawing/2014/main" id="{BB5EC567-B0DC-42E6-86AF-FDBAAA1ADF28}"/>
              </a:ext>
            </a:extLst>
          </p:cNvPr>
          <p:cNvSpPr>
            <a:spLocks noGrp="1" noChangeArrowheads="1"/>
          </p:cNvSpPr>
          <p:nvPr>
            <p:ph type="ctrTitle"/>
          </p:nvPr>
        </p:nvSpPr>
        <p:spPr/>
        <p:txBody>
          <a:bodyPr/>
          <a:lstStyle/>
          <a:p>
            <a:r>
              <a:rPr lang="en-US" altLang="en-US"/>
              <a:t>How does it stack up?</a:t>
            </a:r>
          </a:p>
        </p:txBody>
      </p:sp>
      <p:sp>
        <p:nvSpPr>
          <p:cNvPr id="137221" name="Rectangle 5">
            <a:extLst>
              <a:ext uri="{FF2B5EF4-FFF2-40B4-BE49-F238E27FC236}">
                <a16:creationId xmlns:a16="http://schemas.microsoft.com/office/drawing/2014/main" id="{CD831999-580D-474E-A38C-C241A1994C3D}"/>
              </a:ext>
            </a:extLst>
          </p:cNvPr>
          <p:cNvSpPr>
            <a:spLocks noGrp="1" noChangeArrowheads="1"/>
          </p:cNvSpPr>
          <p:nvPr>
            <p:ph type="subTitle" idx="1"/>
          </p:nvPr>
        </p:nvSpPr>
        <p:spPr/>
        <p:txBody>
          <a:bodyPr/>
          <a:lstStyle/>
          <a:p>
            <a:pPr algn="ctr"/>
            <a:r>
              <a:rPr lang="en-US" altLang="en-US"/>
              <a:t>Let’s find out…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74" name="Rectangle 10">
            <a:extLst>
              <a:ext uri="{FF2B5EF4-FFF2-40B4-BE49-F238E27FC236}">
                <a16:creationId xmlns:a16="http://schemas.microsoft.com/office/drawing/2014/main" id="{76B1E784-8F66-4E3F-8F00-28F3A207A85B}"/>
              </a:ext>
            </a:extLst>
          </p:cNvPr>
          <p:cNvSpPr>
            <a:spLocks noGrp="1" noChangeArrowheads="1"/>
          </p:cNvSpPr>
          <p:nvPr>
            <p:ph type="title"/>
          </p:nvPr>
        </p:nvSpPr>
        <p:spPr/>
        <p:txBody>
          <a:bodyPr/>
          <a:lstStyle/>
          <a:p>
            <a:r>
              <a:rPr lang="en-US" altLang="en-US"/>
              <a:t>Meet Penger</a:t>
            </a:r>
          </a:p>
        </p:txBody>
      </p:sp>
      <p:pic>
        <p:nvPicPr>
          <p:cNvPr id="139271" name="Picture 7">
            <a:extLst>
              <a:ext uri="{FF2B5EF4-FFF2-40B4-BE49-F238E27FC236}">
                <a16:creationId xmlns:a16="http://schemas.microsoft.com/office/drawing/2014/main" id="{D0C4F098-F3AC-41AA-9B3E-A64903926C8B}"/>
              </a:ext>
            </a:extLst>
          </p:cNvPr>
          <p:cNvPicPr>
            <a:picLocks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a:xfrm>
            <a:off x="1219200" y="2209800"/>
            <a:ext cx="3581400" cy="35814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39275" name="Rectangle 11">
            <a:extLst>
              <a:ext uri="{FF2B5EF4-FFF2-40B4-BE49-F238E27FC236}">
                <a16:creationId xmlns:a16="http://schemas.microsoft.com/office/drawing/2014/main" id="{7F1758F1-9C11-4FC2-B2FE-DA45D72A4F64}"/>
              </a:ext>
            </a:extLst>
          </p:cNvPr>
          <p:cNvSpPr>
            <a:spLocks noGrp="1" noChangeArrowheads="1"/>
          </p:cNvSpPr>
          <p:nvPr>
            <p:ph type="body" sz="half" idx="2"/>
          </p:nvPr>
        </p:nvSpPr>
        <p:spPr/>
        <p:txBody>
          <a:bodyPr/>
          <a:lstStyle/>
          <a:p>
            <a:r>
              <a:rPr lang="en-US" altLang="en-US" sz="3600"/>
              <a:t>Penger is a 32x32 picture</a:t>
            </a:r>
          </a:p>
          <a:p>
            <a:r>
              <a:rPr lang="en-US" altLang="en-US" sz="3600"/>
              <a:t>Is Penguin</a:t>
            </a:r>
          </a:p>
          <a:p>
            <a:r>
              <a:rPr lang="en-US" altLang="en-US" sz="3600"/>
              <a:t>From Tsoding’s community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4" name="Rectangle 4">
            <a:extLst>
              <a:ext uri="{FF2B5EF4-FFF2-40B4-BE49-F238E27FC236}">
                <a16:creationId xmlns:a16="http://schemas.microsoft.com/office/drawing/2014/main" id="{C66022C9-29A2-4E5B-87E8-2B9CD03C3EBC}"/>
              </a:ext>
            </a:extLst>
          </p:cNvPr>
          <p:cNvSpPr>
            <a:spLocks noGrp="1" noChangeArrowheads="1"/>
          </p:cNvSpPr>
          <p:nvPr>
            <p:ph type="title"/>
          </p:nvPr>
        </p:nvSpPr>
        <p:spPr/>
        <p:txBody>
          <a:bodyPr/>
          <a:lstStyle/>
          <a:p>
            <a:r>
              <a:rPr lang="en-US" altLang="en-US"/>
              <a:t>Penger</a:t>
            </a:r>
          </a:p>
        </p:txBody>
      </p:sp>
      <p:graphicFrame>
        <p:nvGraphicFramePr>
          <p:cNvPr id="143365" name="Object 5">
            <a:extLst>
              <a:ext uri="{FF2B5EF4-FFF2-40B4-BE49-F238E27FC236}">
                <a16:creationId xmlns:a16="http://schemas.microsoft.com/office/drawing/2014/main" id="{D635A3A6-8525-4149-B314-CC782501164E}"/>
              </a:ext>
            </a:extLst>
          </p:cNvPr>
          <p:cNvGraphicFramePr>
            <a:graphicFrameLocks noChangeAspect="1"/>
          </p:cNvGraphicFramePr>
          <p:nvPr>
            <p:ph type="chart" idx="1"/>
          </p:nvPr>
        </p:nvGraphicFramePr>
        <p:xfrm>
          <a:off x="304800" y="1838325"/>
          <a:ext cx="8839200" cy="5172075"/>
        </p:xfrm>
        <a:graphic>
          <a:graphicData uri="http://schemas.openxmlformats.org/presentationml/2006/ole">
            <mc:AlternateContent xmlns:mc="http://schemas.openxmlformats.org/markup-compatibility/2006">
              <mc:Choice xmlns:v="urn:schemas-microsoft-com:vml" Requires="v">
                <p:oleObj name="Chart" r:id="rId2" imgW="6314956" imgH="3476685" progId="MSGraph.Chart.8">
                  <p:embed followColorScheme="full"/>
                </p:oleObj>
              </mc:Choice>
              <mc:Fallback>
                <p:oleObj name="Chart" r:id="rId2" imgW="6314956" imgH="3476685" progId="MSGraph.Chart.8">
                  <p:embed followColorScheme="full"/>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1838325"/>
                        <a:ext cx="8839200" cy="5172075"/>
                      </a:xfrm>
                      <a:prstGeom prst="rect">
                        <a:avLst/>
                      </a:prstGeom>
                    </p:spPr>
                  </p:pic>
                </p:oleObj>
              </mc:Fallback>
            </mc:AlternateContent>
          </a:graphicData>
        </a:graphic>
      </p:graphicFrame>
      <p:sp>
        <p:nvSpPr>
          <p:cNvPr id="143366" name="Text Box 6">
            <a:extLst>
              <a:ext uri="{FF2B5EF4-FFF2-40B4-BE49-F238E27FC236}">
                <a16:creationId xmlns:a16="http://schemas.microsoft.com/office/drawing/2014/main" id="{60666236-9FFA-4ED9-8C5A-22DE7CDAD924}"/>
              </a:ext>
            </a:extLst>
          </p:cNvPr>
          <p:cNvSpPr txBox="1">
            <a:spLocks noChangeArrowheads="1"/>
          </p:cNvSpPr>
          <p:nvPr/>
        </p:nvSpPr>
        <p:spPr bwMode="auto">
          <a:xfrm rot="16200000">
            <a:off x="-225425" y="3806825"/>
            <a:ext cx="179228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3200"/>
              <a:t>Kilobytes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2">
            <a:extLst>
              <a:ext uri="{FF2B5EF4-FFF2-40B4-BE49-F238E27FC236}">
                <a16:creationId xmlns:a16="http://schemas.microsoft.com/office/drawing/2014/main" id="{5E19B3AA-25E8-46F5-AFC8-A738D2B0A6E4}"/>
              </a:ext>
            </a:extLst>
          </p:cNvPr>
          <p:cNvSpPr>
            <a:spLocks noGrp="1" noChangeArrowheads="1"/>
          </p:cNvSpPr>
          <p:nvPr>
            <p:ph type="title"/>
          </p:nvPr>
        </p:nvSpPr>
        <p:spPr/>
        <p:txBody>
          <a:bodyPr/>
          <a:lstStyle/>
          <a:p>
            <a:r>
              <a:rPr lang="en-US" altLang="en-US"/>
              <a:t>Meet Jasper</a:t>
            </a:r>
          </a:p>
        </p:txBody>
      </p:sp>
      <p:sp>
        <p:nvSpPr>
          <p:cNvPr id="148483" name="Rectangle 3">
            <a:extLst>
              <a:ext uri="{FF2B5EF4-FFF2-40B4-BE49-F238E27FC236}">
                <a16:creationId xmlns:a16="http://schemas.microsoft.com/office/drawing/2014/main" id="{96EE02F7-E2D1-43B0-917E-7B24EF92A2E5}"/>
              </a:ext>
            </a:extLst>
          </p:cNvPr>
          <p:cNvSpPr>
            <a:spLocks noGrp="1" noChangeArrowheads="1"/>
          </p:cNvSpPr>
          <p:nvPr>
            <p:ph type="body" sz="half" idx="1"/>
          </p:nvPr>
        </p:nvSpPr>
        <p:spPr>
          <a:xfrm>
            <a:off x="4876800" y="1828800"/>
            <a:ext cx="4267200" cy="4191000"/>
          </a:xfrm>
        </p:spPr>
        <p:txBody>
          <a:bodyPr/>
          <a:lstStyle/>
          <a:p>
            <a:r>
              <a:rPr lang="en-US" altLang="en-US" sz="2800"/>
              <a:t>He is my cat</a:t>
            </a:r>
          </a:p>
          <a:p>
            <a:r>
              <a:rPr lang="en-US" altLang="en-US" sz="2800"/>
              <a:t>Picture is 176x144</a:t>
            </a:r>
          </a:p>
          <a:p>
            <a:r>
              <a:rPr lang="en-US" altLang="en-US" sz="2800"/>
              <a:t>Taken on my phone with OpenCamera</a:t>
            </a:r>
          </a:p>
        </p:txBody>
      </p:sp>
      <p:pic>
        <p:nvPicPr>
          <p:cNvPr id="148484" name="Picture 4">
            <a:extLst>
              <a:ext uri="{FF2B5EF4-FFF2-40B4-BE49-F238E27FC236}">
                <a16:creationId xmlns:a16="http://schemas.microsoft.com/office/drawing/2014/main" id="{1463777C-59E7-4A02-918F-23A5850AF319}"/>
              </a:ext>
            </a:extLst>
          </p:cNvPr>
          <p:cNvPicPr>
            <a:picLocks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a:xfrm>
            <a:off x="914400" y="2514600"/>
            <a:ext cx="3962400" cy="32416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2" name="Rectangle 4">
            <a:extLst>
              <a:ext uri="{FF2B5EF4-FFF2-40B4-BE49-F238E27FC236}">
                <a16:creationId xmlns:a16="http://schemas.microsoft.com/office/drawing/2014/main" id="{1A44F897-F92D-467C-A29F-4DA35FE2913E}"/>
              </a:ext>
            </a:extLst>
          </p:cNvPr>
          <p:cNvSpPr>
            <a:spLocks noGrp="1" noChangeArrowheads="1"/>
          </p:cNvSpPr>
          <p:nvPr>
            <p:ph type="title"/>
          </p:nvPr>
        </p:nvSpPr>
        <p:spPr/>
        <p:txBody>
          <a:bodyPr/>
          <a:lstStyle/>
          <a:p>
            <a:r>
              <a:rPr lang="en-US" altLang="en-US"/>
              <a:t>Jasper</a:t>
            </a:r>
          </a:p>
        </p:txBody>
      </p:sp>
      <p:graphicFrame>
        <p:nvGraphicFramePr>
          <p:cNvPr id="150533" name="Object 5">
            <a:extLst>
              <a:ext uri="{FF2B5EF4-FFF2-40B4-BE49-F238E27FC236}">
                <a16:creationId xmlns:a16="http://schemas.microsoft.com/office/drawing/2014/main" id="{B31E7E59-6C0C-4995-8608-3CCCE0679D86}"/>
              </a:ext>
            </a:extLst>
          </p:cNvPr>
          <p:cNvGraphicFramePr>
            <a:graphicFrameLocks noChangeAspect="1"/>
          </p:cNvGraphicFramePr>
          <p:nvPr>
            <p:ph type="chart" idx="1"/>
          </p:nvPr>
        </p:nvGraphicFramePr>
        <p:xfrm>
          <a:off x="1109663" y="1981200"/>
          <a:ext cx="7456487" cy="4114800"/>
        </p:xfrm>
        <a:graphic>
          <a:graphicData uri="http://schemas.openxmlformats.org/presentationml/2006/ole">
            <mc:AlternateContent xmlns:mc="http://schemas.openxmlformats.org/markup-compatibility/2006">
              <mc:Choice xmlns:v="urn:schemas-microsoft-com:vml" Requires="v">
                <p:oleObj name="Chart" r:id="rId2" imgW="6524565" imgH="3600450" progId="MSGraph.Chart.8">
                  <p:embed followColorScheme="full"/>
                </p:oleObj>
              </mc:Choice>
              <mc:Fallback>
                <p:oleObj name="Chart" r:id="rId2" imgW="6524565" imgH="3600450" progId="MSGraph.Chart.8">
                  <p:embed followColorScheme="full"/>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9663" y="1981200"/>
                        <a:ext cx="7456487" cy="4114800"/>
                      </a:xfrm>
                      <a:prstGeom prst="rect">
                        <a:avLst/>
                      </a:prstGeom>
                    </p:spPr>
                  </p:pic>
                </p:oleObj>
              </mc:Fallback>
            </mc:AlternateContent>
          </a:graphicData>
        </a:graphic>
      </p:graphicFrame>
      <p:sp>
        <p:nvSpPr>
          <p:cNvPr id="150534" name="Text Box 6">
            <a:extLst>
              <a:ext uri="{FF2B5EF4-FFF2-40B4-BE49-F238E27FC236}">
                <a16:creationId xmlns:a16="http://schemas.microsoft.com/office/drawing/2014/main" id="{5DAECA25-D277-4E4E-9B40-87C7C992B585}"/>
              </a:ext>
            </a:extLst>
          </p:cNvPr>
          <p:cNvSpPr txBox="1">
            <a:spLocks noChangeArrowheads="1"/>
          </p:cNvSpPr>
          <p:nvPr/>
        </p:nvSpPr>
        <p:spPr bwMode="auto">
          <a:xfrm rot="16200000">
            <a:off x="307975" y="3578225"/>
            <a:ext cx="179228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3200"/>
              <a:t>Kilobytes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2">
            <a:extLst>
              <a:ext uri="{FF2B5EF4-FFF2-40B4-BE49-F238E27FC236}">
                <a16:creationId xmlns:a16="http://schemas.microsoft.com/office/drawing/2014/main" id="{592765AB-76DB-489B-856F-744CEBAAAFE6}"/>
              </a:ext>
            </a:extLst>
          </p:cNvPr>
          <p:cNvSpPr>
            <a:spLocks noGrp="1" noChangeArrowheads="1"/>
          </p:cNvSpPr>
          <p:nvPr>
            <p:ph type="title"/>
          </p:nvPr>
        </p:nvSpPr>
        <p:spPr/>
        <p:txBody>
          <a:bodyPr/>
          <a:lstStyle/>
          <a:p>
            <a:r>
              <a:rPr lang="en-US" altLang="en-US"/>
              <a:t>Meet Clouds</a:t>
            </a:r>
          </a:p>
        </p:txBody>
      </p:sp>
      <p:sp>
        <p:nvSpPr>
          <p:cNvPr id="153603" name="Rectangle 3">
            <a:extLst>
              <a:ext uri="{FF2B5EF4-FFF2-40B4-BE49-F238E27FC236}">
                <a16:creationId xmlns:a16="http://schemas.microsoft.com/office/drawing/2014/main" id="{EC0CC56C-9CB0-4E51-8311-55B52675D41A}"/>
              </a:ext>
            </a:extLst>
          </p:cNvPr>
          <p:cNvSpPr>
            <a:spLocks noGrp="1" noChangeArrowheads="1"/>
          </p:cNvSpPr>
          <p:nvPr>
            <p:ph type="body" sz="half" idx="1"/>
          </p:nvPr>
        </p:nvSpPr>
        <p:spPr>
          <a:xfrm>
            <a:off x="4876800" y="1828800"/>
            <a:ext cx="4267200" cy="4191000"/>
          </a:xfrm>
        </p:spPr>
        <p:txBody>
          <a:bodyPr/>
          <a:lstStyle/>
          <a:p>
            <a:r>
              <a:rPr lang="en-US" altLang="en-US" sz="2800"/>
              <a:t>Picture of clouds</a:t>
            </a:r>
          </a:p>
          <a:p>
            <a:r>
              <a:rPr lang="en-US" altLang="en-US" sz="2800"/>
              <a:t>Taken at the top of a hill</a:t>
            </a:r>
          </a:p>
          <a:p>
            <a:r>
              <a:rPr lang="en-US" altLang="en-US" sz="2800"/>
              <a:t>Took with OpenCamera</a:t>
            </a:r>
          </a:p>
          <a:p>
            <a:r>
              <a:rPr lang="en-US" altLang="en-US" sz="2800"/>
              <a:t>Is 640x480</a:t>
            </a:r>
          </a:p>
          <a:p>
            <a:r>
              <a:rPr lang="en-US" altLang="en-US" sz="2800"/>
              <a:t>Took on 4</a:t>
            </a:r>
            <a:r>
              <a:rPr lang="en-US" altLang="en-US" sz="2800" baseline="30000"/>
              <a:t>th</a:t>
            </a:r>
            <a:r>
              <a:rPr lang="en-US" altLang="en-US" sz="2800"/>
              <a:t> of July</a:t>
            </a:r>
          </a:p>
        </p:txBody>
      </p:sp>
      <p:pic>
        <p:nvPicPr>
          <p:cNvPr id="153606" name="Picture 6">
            <a:extLst>
              <a:ext uri="{FF2B5EF4-FFF2-40B4-BE49-F238E27FC236}">
                <a16:creationId xmlns:a16="http://schemas.microsoft.com/office/drawing/2014/main" id="{AC31439A-2C16-46FB-93D0-AFA2F60A79EB}"/>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a:xfrm>
            <a:off x="914400" y="2514600"/>
            <a:ext cx="4038600" cy="3028950"/>
          </a:xfrm>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8" name="Rectangle 4">
            <a:extLst>
              <a:ext uri="{FF2B5EF4-FFF2-40B4-BE49-F238E27FC236}">
                <a16:creationId xmlns:a16="http://schemas.microsoft.com/office/drawing/2014/main" id="{452C4476-39EE-49FA-9A22-470776081487}"/>
              </a:ext>
            </a:extLst>
          </p:cNvPr>
          <p:cNvSpPr>
            <a:spLocks noGrp="1" noChangeArrowheads="1"/>
          </p:cNvSpPr>
          <p:nvPr>
            <p:ph type="title"/>
          </p:nvPr>
        </p:nvSpPr>
        <p:spPr/>
        <p:txBody>
          <a:bodyPr/>
          <a:lstStyle/>
          <a:p>
            <a:r>
              <a:rPr lang="en-US" altLang="en-US"/>
              <a:t>Clouds</a:t>
            </a:r>
          </a:p>
        </p:txBody>
      </p:sp>
      <p:graphicFrame>
        <p:nvGraphicFramePr>
          <p:cNvPr id="154629" name="Object 5">
            <a:extLst>
              <a:ext uri="{FF2B5EF4-FFF2-40B4-BE49-F238E27FC236}">
                <a16:creationId xmlns:a16="http://schemas.microsoft.com/office/drawing/2014/main" id="{9D833CE3-6FDA-4CE3-A324-A7CA04789BAE}"/>
              </a:ext>
            </a:extLst>
          </p:cNvPr>
          <p:cNvGraphicFramePr>
            <a:graphicFrameLocks noChangeAspect="1"/>
          </p:cNvGraphicFramePr>
          <p:nvPr>
            <p:ph type="chart" idx="1"/>
          </p:nvPr>
        </p:nvGraphicFramePr>
        <p:xfrm>
          <a:off x="1109663" y="1981200"/>
          <a:ext cx="7456487" cy="4114800"/>
        </p:xfrm>
        <a:graphic>
          <a:graphicData uri="http://schemas.openxmlformats.org/presentationml/2006/ole">
            <mc:AlternateContent xmlns:mc="http://schemas.openxmlformats.org/markup-compatibility/2006">
              <mc:Choice xmlns:v="urn:schemas-microsoft-com:vml" Requires="v">
                <p:oleObj name="Chart" r:id="rId2" imgW="6524565" imgH="3600450" progId="MSGraph.Chart.8">
                  <p:embed followColorScheme="full"/>
                </p:oleObj>
              </mc:Choice>
              <mc:Fallback>
                <p:oleObj name="Chart" r:id="rId2" imgW="6524565" imgH="3600450" progId="MSGraph.Chart.8">
                  <p:embed followColorScheme="full"/>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9663" y="1981200"/>
                        <a:ext cx="7456487" cy="4114800"/>
                      </a:xfrm>
                      <a:prstGeom prst="rect">
                        <a:avLst/>
                      </a:prstGeom>
                    </p:spPr>
                  </p:pic>
                </p:oleObj>
              </mc:Fallback>
            </mc:AlternateContent>
          </a:graphicData>
        </a:graphic>
      </p:graphicFrame>
      <p:sp>
        <p:nvSpPr>
          <p:cNvPr id="154630" name="Text Box 6">
            <a:extLst>
              <a:ext uri="{FF2B5EF4-FFF2-40B4-BE49-F238E27FC236}">
                <a16:creationId xmlns:a16="http://schemas.microsoft.com/office/drawing/2014/main" id="{91E1F5BD-FE25-40CA-BC83-1B0BE2989FFE}"/>
              </a:ext>
            </a:extLst>
          </p:cNvPr>
          <p:cNvSpPr txBox="1">
            <a:spLocks noChangeArrowheads="1"/>
          </p:cNvSpPr>
          <p:nvPr/>
        </p:nvSpPr>
        <p:spPr bwMode="auto">
          <a:xfrm rot="16200000">
            <a:off x="307975" y="3578225"/>
            <a:ext cx="179228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3200"/>
              <a:t>Kilobytes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2">
            <a:extLst>
              <a:ext uri="{FF2B5EF4-FFF2-40B4-BE49-F238E27FC236}">
                <a16:creationId xmlns:a16="http://schemas.microsoft.com/office/drawing/2014/main" id="{F680EA72-8E89-4327-AC97-B44309D25C5C}"/>
              </a:ext>
            </a:extLst>
          </p:cNvPr>
          <p:cNvSpPr>
            <a:spLocks noGrp="1" noChangeArrowheads="1"/>
          </p:cNvSpPr>
          <p:nvPr>
            <p:ph type="title"/>
          </p:nvPr>
        </p:nvSpPr>
        <p:spPr/>
        <p:txBody>
          <a:bodyPr/>
          <a:lstStyle/>
          <a:p>
            <a:r>
              <a:rPr lang="en-US" altLang="en-US"/>
              <a:t>Meet Mokou</a:t>
            </a:r>
          </a:p>
        </p:txBody>
      </p:sp>
      <p:sp>
        <p:nvSpPr>
          <p:cNvPr id="157699" name="Rectangle 3">
            <a:extLst>
              <a:ext uri="{FF2B5EF4-FFF2-40B4-BE49-F238E27FC236}">
                <a16:creationId xmlns:a16="http://schemas.microsoft.com/office/drawing/2014/main" id="{86CCC1DD-CAE2-4D7C-9D83-5B327A0E1477}"/>
              </a:ext>
            </a:extLst>
          </p:cNvPr>
          <p:cNvSpPr>
            <a:spLocks noGrp="1" noChangeArrowheads="1"/>
          </p:cNvSpPr>
          <p:nvPr>
            <p:ph type="body" sz="half" idx="1"/>
          </p:nvPr>
        </p:nvSpPr>
        <p:spPr>
          <a:xfrm>
            <a:off x="4876800" y="1828800"/>
            <a:ext cx="4267200" cy="4191000"/>
          </a:xfrm>
        </p:spPr>
        <p:txBody>
          <a:bodyPr/>
          <a:lstStyle/>
          <a:p>
            <a:r>
              <a:rPr lang="en-US" altLang="en-US" sz="2800"/>
              <a:t>Tuff picture of Fujiwara no Mokou</a:t>
            </a:r>
          </a:p>
          <a:p>
            <a:r>
              <a:rPr lang="en-US" altLang="en-US" sz="2800"/>
              <a:t>From Touhou Project</a:t>
            </a:r>
          </a:p>
          <a:p>
            <a:r>
              <a:rPr lang="en-US" altLang="en-US" sz="2800"/>
              <a:t>Grayscale</a:t>
            </a:r>
          </a:p>
          <a:p>
            <a:r>
              <a:rPr lang="en-US" altLang="en-US" sz="2800"/>
              <a:t>Is 1440x1080</a:t>
            </a:r>
          </a:p>
        </p:txBody>
      </p:sp>
      <p:pic>
        <p:nvPicPr>
          <p:cNvPr id="157702" name="Picture 6">
            <a:extLst>
              <a:ext uri="{FF2B5EF4-FFF2-40B4-BE49-F238E27FC236}">
                <a16:creationId xmlns:a16="http://schemas.microsoft.com/office/drawing/2014/main" id="{EC615CFD-9C71-44E9-882C-4DFFAE680FE0}"/>
              </a:ext>
            </a:extLst>
          </p:cNvPr>
          <p:cNvPicPr>
            <a:picLocks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a:xfrm>
            <a:off x="914400" y="2514600"/>
            <a:ext cx="4038600" cy="30861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4" name="Rectangle 4">
            <a:extLst>
              <a:ext uri="{FF2B5EF4-FFF2-40B4-BE49-F238E27FC236}">
                <a16:creationId xmlns:a16="http://schemas.microsoft.com/office/drawing/2014/main" id="{43A8816E-D396-4488-98CE-4CCE71347A59}"/>
              </a:ext>
            </a:extLst>
          </p:cNvPr>
          <p:cNvSpPr>
            <a:spLocks noGrp="1" noChangeArrowheads="1"/>
          </p:cNvSpPr>
          <p:nvPr>
            <p:ph type="title"/>
          </p:nvPr>
        </p:nvSpPr>
        <p:spPr/>
        <p:txBody>
          <a:bodyPr/>
          <a:lstStyle/>
          <a:p>
            <a:r>
              <a:rPr lang="en-US" altLang="en-US"/>
              <a:t>Mokou</a:t>
            </a:r>
          </a:p>
        </p:txBody>
      </p:sp>
      <p:graphicFrame>
        <p:nvGraphicFramePr>
          <p:cNvPr id="158727" name="Object 7">
            <a:extLst>
              <a:ext uri="{FF2B5EF4-FFF2-40B4-BE49-F238E27FC236}">
                <a16:creationId xmlns:a16="http://schemas.microsoft.com/office/drawing/2014/main" id="{5FE53FB9-129A-4616-A539-A602644A9BB8}"/>
              </a:ext>
            </a:extLst>
          </p:cNvPr>
          <p:cNvGraphicFramePr>
            <a:graphicFrameLocks noChangeAspect="1"/>
          </p:cNvGraphicFramePr>
          <p:nvPr>
            <p:ph type="chart" idx="1"/>
          </p:nvPr>
        </p:nvGraphicFramePr>
        <p:xfrm>
          <a:off x="1109663" y="1981200"/>
          <a:ext cx="7456487" cy="4114800"/>
        </p:xfrm>
        <a:graphic>
          <a:graphicData uri="http://schemas.openxmlformats.org/presentationml/2006/ole">
            <mc:AlternateContent xmlns:mc="http://schemas.openxmlformats.org/markup-compatibility/2006">
              <mc:Choice xmlns:v="urn:schemas-microsoft-com:vml" Requires="v">
                <p:oleObj name="Chart" r:id="rId2" imgW="6524565" imgH="3600450" progId="MSGraph.Chart.8">
                  <p:embed followColorScheme="full"/>
                </p:oleObj>
              </mc:Choice>
              <mc:Fallback>
                <p:oleObj name="Chart" r:id="rId2" imgW="6524565" imgH="3600450" progId="MSGraph.Chart.8">
                  <p:embed followColorScheme="full"/>
                  <p:pic>
                    <p:nvPicPr>
                      <p:cNvPr id="0" name="Object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9663" y="1981200"/>
                        <a:ext cx="7456487" cy="4114800"/>
                      </a:xfrm>
                      <a:prstGeom prst="rect">
                        <a:avLst/>
                      </a:prstGeom>
                    </p:spPr>
                  </p:pic>
                </p:oleObj>
              </mc:Fallback>
            </mc:AlternateContent>
          </a:graphicData>
        </a:graphic>
      </p:graphicFrame>
      <p:sp>
        <p:nvSpPr>
          <p:cNvPr id="158728" name="Text Box 8">
            <a:extLst>
              <a:ext uri="{FF2B5EF4-FFF2-40B4-BE49-F238E27FC236}">
                <a16:creationId xmlns:a16="http://schemas.microsoft.com/office/drawing/2014/main" id="{9CDDA874-CDE8-4B8E-9FE9-8229ADA4094D}"/>
              </a:ext>
            </a:extLst>
          </p:cNvPr>
          <p:cNvSpPr txBox="1">
            <a:spLocks noChangeArrowheads="1"/>
          </p:cNvSpPr>
          <p:nvPr/>
        </p:nvSpPr>
        <p:spPr bwMode="auto">
          <a:xfrm rot="16200000">
            <a:off x="231775" y="3578225"/>
            <a:ext cx="179228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3200"/>
              <a:t>Kilobytes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2">
            <a:extLst>
              <a:ext uri="{FF2B5EF4-FFF2-40B4-BE49-F238E27FC236}">
                <a16:creationId xmlns:a16="http://schemas.microsoft.com/office/drawing/2014/main" id="{2EEF7A53-04B4-4897-BE03-1717783A57B1}"/>
              </a:ext>
            </a:extLst>
          </p:cNvPr>
          <p:cNvSpPr>
            <a:spLocks noGrp="1" noChangeArrowheads="1"/>
          </p:cNvSpPr>
          <p:nvPr>
            <p:ph type="title"/>
          </p:nvPr>
        </p:nvSpPr>
        <p:spPr/>
        <p:txBody>
          <a:bodyPr/>
          <a:lstStyle/>
          <a:p>
            <a:r>
              <a:rPr lang="en-US" altLang="en-US"/>
              <a:t>Ending</a:t>
            </a:r>
          </a:p>
        </p:txBody>
      </p:sp>
      <p:sp>
        <p:nvSpPr>
          <p:cNvPr id="160772" name="Text Box 4">
            <a:extLst>
              <a:ext uri="{FF2B5EF4-FFF2-40B4-BE49-F238E27FC236}">
                <a16:creationId xmlns:a16="http://schemas.microsoft.com/office/drawing/2014/main" id="{BB1449FC-C0E6-4DB0-AE73-8EDDF97FE02B}"/>
              </a:ext>
            </a:extLst>
          </p:cNvPr>
          <p:cNvSpPr txBox="1">
            <a:spLocks noChangeArrowheads="1"/>
          </p:cNvSpPr>
          <p:nvPr/>
        </p:nvSpPr>
        <p:spPr bwMode="auto">
          <a:xfrm>
            <a:off x="914400" y="1828800"/>
            <a:ext cx="8229600" cy="3743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400"/>
              <a:t>This is the end of this presentation. In short, INP is a new and interesting format that has a lot of potential, being simple to use for both the developer and end user, but suffers from size issues due to the simplicity.</a:t>
            </a:r>
          </a:p>
          <a:p>
            <a:endParaRPr lang="en-US" altLang="en-US" sz="2400"/>
          </a:p>
          <a:p>
            <a:r>
              <a:rPr lang="en-US" altLang="en-US" sz="2400"/>
              <a:t>Thank you for watching this presentation. If you enjoyed it, then leave a like, if you think that it’s interesting, then hit the subscribe button, and if you are a bored developer, then go to my Github repo in the description and help me out with this project.</a:t>
            </a:r>
          </a:p>
        </p:txBody>
      </p:sp>
    </p:spTree>
  </p:cSld>
  <p:clrMapOvr>
    <a:masterClrMapping/>
  </p:clrMapOvr>
</p:sld>
</file>

<file path=ppt/theme/theme1.xml><?xml version="1.0" encoding="utf-8"?>
<a:theme xmlns:a="http://schemas.openxmlformats.org/drawingml/2006/main" name="Shimmer">
  <a:themeElements>
    <a:clrScheme name="Shimmer 2">
      <a:dk1>
        <a:srgbClr val="000099"/>
      </a:dk1>
      <a:lt1>
        <a:srgbClr val="FFFFFF"/>
      </a:lt1>
      <a:dk2>
        <a:srgbClr val="000066"/>
      </a:dk2>
      <a:lt2>
        <a:srgbClr val="EAEAEA"/>
      </a:lt2>
      <a:accent1>
        <a:srgbClr val="66CCFF"/>
      </a:accent1>
      <a:accent2>
        <a:srgbClr val="0066FF"/>
      </a:accent2>
      <a:accent3>
        <a:srgbClr val="AAAAB8"/>
      </a:accent3>
      <a:accent4>
        <a:srgbClr val="DADADA"/>
      </a:accent4>
      <a:accent5>
        <a:srgbClr val="B8E2FF"/>
      </a:accent5>
      <a:accent6>
        <a:srgbClr val="005CE7"/>
      </a:accent6>
      <a:hlink>
        <a:srgbClr val="FFFFCC"/>
      </a:hlink>
      <a:folHlink>
        <a:srgbClr val="99CC00"/>
      </a:folHlink>
    </a:clrScheme>
    <a:fontScheme name="Shimmer">
      <a:majorFont>
        <a:latin typeface="Tahoma"/>
        <a:ea typeface=""/>
        <a:cs typeface="Arial"/>
      </a:majorFont>
      <a:minorFont>
        <a:latin typeface="Tahoma"/>
        <a:ea typeface=""/>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Shimmer 1">
        <a:dk1>
          <a:srgbClr val="BD3737"/>
        </a:dk1>
        <a:lt1>
          <a:srgbClr val="FFFFFF"/>
        </a:lt1>
        <a:dk2>
          <a:srgbClr val="721E1E"/>
        </a:dk2>
        <a:lt2>
          <a:srgbClr val="FFCC00"/>
        </a:lt2>
        <a:accent1>
          <a:srgbClr val="FF6600"/>
        </a:accent1>
        <a:accent2>
          <a:srgbClr val="CC3300"/>
        </a:accent2>
        <a:accent3>
          <a:srgbClr val="BCABAB"/>
        </a:accent3>
        <a:accent4>
          <a:srgbClr val="DADADA"/>
        </a:accent4>
        <a:accent5>
          <a:srgbClr val="FFB8AA"/>
        </a:accent5>
        <a:accent6>
          <a:srgbClr val="B92D00"/>
        </a:accent6>
        <a:hlink>
          <a:srgbClr val="F7CC2F"/>
        </a:hlink>
        <a:folHlink>
          <a:srgbClr val="C7C6B1"/>
        </a:folHlink>
      </a:clrScheme>
      <a:clrMap bg1="dk2" tx1="lt1" bg2="dk1" tx2="lt2" accent1="accent1" accent2="accent2" accent3="accent3" accent4="accent4" accent5="accent5" accent6="accent6" hlink="hlink" folHlink="folHlink"/>
    </a:extraClrScheme>
    <a:extraClrScheme>
      <a:clrScheme name="Shimmer 2">
        <a:dk1>
          <a:srgbClr val="000099"/>
        </a:dk1>
        <a:lt1>
          <a:srgbClr val="FFFFFF"/>
        </a:lt1>
        <a:dk2>
          <a:srgbClr val="000066"/>
        </a:dk2>
        <a:lt2>
          <a:srgbClr val="EAEAEA"/>
        </a:lt2>
        <a:accent1>
          <a:srgbClr val="66CCFF"/>
        </a:accent1>
        <a:accent2>
          <a:srgbClr val="0066FF"/>
        </a:accent2>
        <a:accent3>
          <a:srgbClr val="AAAAB8"/>
        </a:accent3>
        <a:accent4>
          <a:srgbClr val="DADADA"/>
        </a:accent4>
        <a:accent5>
          <a:srgbClr val="B8E2FF"/>
        </a:accent5>
        <a:accent6>
          <a:srgbClr val="005CE7"/>
        </a:accent6>
        <a:hlink>
          <a:srgbClr val="FFFFCC"/>
        </a:hlink>
        <a:folHlink>
          <a:srgbClr val="99CC00"/>
        </a:folHlink>
      </a:clrScheme>
      <a:clrMap bg1="dk2" tx1="lt1" bg2="dk1" tx2="lt2" accent1="accent1" accent2="accent2" accent3="accent3" accent4="accent4" accent5="accent5" accent6="accent6" hlink="hlink" folHlink="folHlink"/>
    </a:extraClrScheme>
    <a:extraClrScheme>
      <a:clrScheme name="Shimmer 3">
        <a:dk1>
          <a:srgbClr val="6600CC"/>
        </a:dk1>
        <a:lt1>
          <a:srgbClr val="FFFFFF"/>
        </a:lt1>
        <a:dk2>
          <a:srgbClr val="4B0096"/>
        </a:dk2>
        <a:lt2>
          <a:srgbClr val="CDD7DF"/>
        </a:lt2>
        <a:accent1>
          <a:srgbClr val="9999FF"/>
        </a:accent1>
        <a:accent2>
          <a:srgbClr val="7850BA"/>
        </a:accent2>
        <a:accent3>
          <a:srgbClr val="B1AAC9"/>
        </a:accent3>
        <a:accent4>
          <a:srgbClr val="DADADA"/>
        </a:accent4>
        <a:accent5>
          <a:srgbClr val="CACAFF"/>
        </a:accent5>
        <a:accent6>
          <a:srgbClr val="6C48A8"/>
        </a:accent6>
        <a:hlink>
          <a:srgbClr val="00CCFF"/>
        </a:hlink>
        <a:folHlink>
          <a:srgbClr val="0796B3"/>
        </a:folHlink>
      </a:clrScheme>
      <a:clrMap bg1="dk2" tx1="lt1" bg2="dk1" tx2="lt2" accent1="accent1" accent2="accent2" accent3="accent3" accent4="accent4" accent5="accent5" accent6="accent6" hlink="hlink" folHlink="folHlink"/>
    </a:extraClrScheme>
    <a:extraClrScheme>
      <a:clrScheme name="Shimmer 4">
        <a:dk1>
          <a:srgbClr val="55863C"/>
        </a:dk1>
        <a:lt1>
          <a:srgbClr val="FFFFFF"/>
        </a:lt1>
        <a:dk2>
          <a:srgbClr val="375F2F"/>
        </a:dk2>
        <a:lt2>
          <a:srgbClr val="D1EFB3"/>
        </a:lt2>
        <a:accent1>
          <a:srgbClr val="00CC66"/>
        </a:accent1>
        <a:accent2>
          <a:srgbClr val="8EAC66"/>
        </a:accent2>
        <a:accent3>
          <a:srgbClr val="AEB6AD"/>
        </a:accent3>
        <a:accent4>
          <a:srgbClr val="DADADA"/>
        </a:accent4>
        <a:accent5>
          <a:srgbClr val="AAE2B8"/>
        </a:accent5>
        <a:accent6>
          <a:srgbClr val="809B5C"/>
        </a:accent6>
        <a:hlink>
          <a:srgbClr val="B4EF7F"/>
        </a:hlink>
        <a:folHlink>
          <a:srgbClr val="F8F6AC"/>
        </a:folHlink>
      </a:clrScheme>
      <a:clrMap bg1="dk2" tx1="lt1" bg2="dk1" tx2="lt2" accent1="accent1" accent2="accent2" accent3="accent3" accent4="accent4" accent5="accent5" accent6="accent6" hlink="hlink" folHlink="folHlink"/>
    </a:extraClrScheme>
    <a:extraClrScheme>
      <a:clrScheme name="Shimmer 5">
        <a:dk1>
          <a:srgbClr val="588073"/>
        </a:dk1>
        <a:lt1>
          <a:srgbClr val="FFFFFF"/>
        </a:lt1>
        <a:dk2>
          <a:srgbClr val="486768"/>
        </a:dk2>
        <a:lt2>
          <a:srgbClr val="DDDDDD"/>
        </a:lt2>
        <a:accent1>
          <a:srgbClr val="33CCCC"/>
        </a:accent1>
        <a:accent2>
          <a:srgbClr val="008871"/>
        </a:accent2>
        <a:accent3>
          <a:srgbClr val="B1B8B9"/>
        </a:accent3>
        <a:accent4>
          <a:srgbClr val="DADADA"/>
        </a:accent4>
        <a:accent5>
          <a:srgbClr val="ADE2E2"/>
        </a:accent5>
        <a:accent6>
          <a:srgbClr val="007B66"/>
        </a:accent6>
        <a:hlink>
          <a:srgbClr val="00CC99"/>
        </a:hlink>
        <a:folHlink>
          <a:srgbClr val="A8A8A8"/>
        </a:folHlink>
      </a:clrScheme>
      <a:clrMap bg1="dk2" tx1="lt1" bg2="dk1" tx2="lt2" accent1="accent1" accent2="accent2" accent3="accent3" accent4="accent4" accent5="accent5" accent6="accent6" hlink="hlink" folHlink="folHlink"/>
    </a:extraClrScheme>
    <a:extraClrScheme>
      <a:clrScheme name="Shimmer 6">
        <a:dk1>
          <a:srgbClr val="6B6C75"/>
        </a:dk1>
        <a:lt1>
          <a:srgbClr val="FFFFFF"/>
        </a:lt1>
        <a:dk2>
          <a:srgbClr val="575863"/>
        </a:dk2>
        <a:lt2>
          <a:srgbClr val="FFFFCC"/>
        </a:lt2>
        <a:accent1>
          <a:srgbClr val="677481"/>
        </a:accent1>
        <a:accent2>
          <a:srgbClr val="697E5E"/>
        </a:accent2>
        <a:accent3>
          <a:srgbClr val="B4B4B7"/>
        </a:accent3>
        <a:accent4>
          <a:srgbClr val="DADADA"/>
        </a:accent4>
        <a:accent5>
          <a:srgbClr val="B8BCC1"/>
        </a:accent5>
        <a:accent6>
          <a:srgbClr val="5E7254"/>
        </a:accent6>
        <a:hlink>
          <a:srgbClr val="E9E77F"/>
        </a:hlink>
        <a:folHlink>
          <a:srgbClr val="D3A44F"/>
        </a:folHlink>
      </a:clrScheme>
      <a:clrMap bg1="dk2" tx1="lt1" bg2="dk1" tx2="lt2" accent1="accent1" accent2="accent2" accent3="accent3" accent4="accent4" accent5="accent5" accent6="accent6" hlink="hlink" folHlink="folHlink"/>
    </a:extraClrScheme>
    <a:extraClrScheme>
      <a:clrScheme name="Shimmer 7">
        <a:dk1>
          <a:srgbClr val="000000"/>
        </a:dk1>
        <a:lt1>
          <a:srgbClr val="C4D6BE"/>
        </a:lt1>
        <a:dk2>
          <a:srgbClr val="339966"/>
        </a:dk2>
        <a:lt2>
          <a:srgbClr val="EFFBF0"/>
        </a:lt2>
        <a:accent1>
          <a:srgbClr val="DDDDDD"/>
        </a:accent1>
        <a:accent2>
          <a:srgbClr val="CCFF99"/>
        </a:accent2>
        <a:accent3>
          <a:srgbClr val="DEE8DB"/>
        </a:accent3>
        <a:accent4>
          <a:srgbClr val="000000"/>
        </a:accent4>
        <a:accent5>
          <a:srgbClr val="EBEBEB"/>
        </a:accent5>
        <a:accent6>
          <a:srgbClr val="B9E78A"/>
        </a:accent6>
        <a:hlink>
          <a:srgbClr val="009900"/>
        </a:hlink>
        <a:folHlink>
          <a:srgbClr val="336600"/>
        </a:folHlink>
      </a:clrScheme>
      <a:clrMap bg1="lt1" tx1="dk1" bg2="lt2" tx2="dk2" accent1="accent1" accent2="accent2" accent3="accent3" accent4="accent4" accent5="accent5" accent6="accent6" hlink="hlink" folHlink="folHlink"/>
    </a:extraClrScheme>
    <a:extraClrScheme>
      <a:clrScheme name="Shimmer 8">
        <a:dk1>
          <a:srgbClr val="000000"/>
        </a:dk1>
        <a:lt1>
          <a:srgbClr val="D6DAE4"/>
        </a:lt1>
        <a:dk2>
          <a:srgbClr val="000099"/>
        </a:dk2>
        <a:lt2>
          <a:srgbClr val="FFFFFF"/>
        </a:lt2>
        <a:accent1>
          <a:srgbClr val="BFDEE3"/>
        </a:accent1>
        <a:accent2>
          <a:srgbClr val="C0C0C0"/>
        </a:accent2>
        <a:accent3>
          <a:srgbClr val="E8EAEF"/>
        </a:accent3>
        <a:accent4>
          <a:srgbClr val="000000"/>
        </a:accent4>
        <a:accent5>
          <a:srgbClr val="DCECEF"/>
        </a:accent5>
        <a:accent6>
          <a:srgbClr val="AEAEAE"/>
        </a:accent6>
        <a:hlink>
          <a:srgbClr val="3333CC"/>
        </a:hlink>
        <a:folHlink>
          <a:srgbClr val="5E93C9"/>
        </a:folHlink>
      </a:clrScheme>
      <a:clrMap bg1="lt1" tx1="dk1" bg2="lt2" tx2="dk2" accent1="accent1" accent2="accent2" accent3="accent3" accent4="accent4" accent5="accent5" accent6="accent6" hlink="hlink" folHlink="folHlink"/>
    </a:extraClrScheme>
    <a:extraClrScheme>
      <a:clrScheme name="Shimmer 9">
        <a:dk1>
          <a:srgbClr val="4A2500"/>
        </a:dk1>
        <a:lt1>
          <a:srgbClr val="C2C0BA"/>
        </a:lt1>
        <a:dk2>
          <a:srgbClr val="788569"/>
        </a:dk2>
        <a:lt2>
          <a:srgbClr val="F4F4EC"/>
        </a:lt2>
        <a:accent1>
          <a:srgbClr val="E1DFC1"/>
        </a:accent1>
        <a:accent2>
          <a:srgbClr val="A5A7AF"/>
        </a:accent2>
        <a:accent3>
          <a:srgbClr val="DDDCD9"/>
        </a:accent3>
        <a:accent4>
          <a:srgbClr val="3E1E00"/>
        </a:accent4>
        <a:accent5>
          <a:srgbClr val="EEECDD"/>
        </a:accent5>
        <a:accent6>
          <a:srgbClr val="95979E"/>
        </a:accent6>
        <a:hlink>
          <a:srgbClr val="9C9800"/>
        </a:hlink>
        <a:folHlink>
          <a:srgbClr val="666633"/>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Shimmer</Template>
  <TotalTime>152</TotalTime>
  <Words>753</Words>
  <Application>Microsoft Office PowerPoint</Application>
  <PresentationFormat>On-screen Show (4:3)</PresentationFormat>
  <Paragraphs>67</Paragraphs>
  <Slides>17</Slides>
  <Notes>0</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17</vt:i4>
      </vt:variant>
    </vt:vector>
  </HeadingPairs>
  <TitlesOfParts>
    <vt:vector size="23" baseType="lpstr">
      <vt:lpstr>Arial</vt:lpstr>
      <vt:lpstr>Tahoma</vt:lpstr>
      <vt:lpstr>Times New Roman</vt:lpstr>
      <vt:lpstr>Wingdings</vt:lpstr>
      <vt:lpstr>Shimmer</vt:lpstr>
      <vt:lpstr>Microsoft Graph Chart</vt:lpstr>
      <vt:lpstr>INP image format</vt:lpstr>
      <vt:lpstr>What is it?</vt:lpstr>
      <vt:lpstr>How does it work?</vt:lpstr>
      <vt:lpstr>How does it work? cont.</vt:lpstr>
      <vt:lpstr>Who are your competitors?</vt:lpstr>
      <vt:lpstr>What are some advantages of INP?</vt:lpstr>
      <vt:lpstr>What are some disadvantages of INP?</vt:lpstr>
      <vt:lpstr>How does it stack up?</vt:lpstr>
      <vt:lpstr>Meet Penger</vt:lpstr>
      <vt:lpstr>Penger</vt:lpstr>
      <vt:lpstr>Meet Jasper</vt:lpstr>
      <vt:lpstr>Jasper</vt:lpstr>
      <vt:lpstr>Meet Clouds</vt:lpstr>
      <vt:lpstr>Clouds</vt:lpstr>
      <vt:lpstr>Meet Mokou</vt:lpstr>
      <vt:lpstr>Mokou</vt:lpstr>
      <vt:lpstr>Ending</vt:lpstr>
    </vt:vector>
  </TitlesOfParts>
  <Company>Initech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INP image format</dc:title>
  <dc:creator>vmunix</dc:creator>
  <cp:lastModifiedBy>app</cp:lastModifiedBy>
  <cp:revision>16</cp:revision>
  <cp:lastPrinted>1601-01-01T00:00:00Z</cp:lastPrinted>
  <dcterms:created xsi:type="dcterms:W3CDTF">2026-08-01T18:05:02Z</dcterms:created>
  <dcterms:modified xsi:type="dcterms:W3CDTF">2026-08-02T03:55:22Z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7</vt:i4>
  </property>
</Properties>
</file>